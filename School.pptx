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27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93D81CF-94F2-401A-BA57-92F5A7B2D0C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94" autoAdjust="0"/>
  </p:normalViewPr>
  <p:slideViewPr>
    <p:cSldViewPr snapToGrid="0">
      <p:cViewPr>
        <p:scale>
          <a:sx n="60" d="100"/>
          <a:sy n="60" d="100"/>
        </p:scale>
        <p:origin x="1140" y="33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3187" y="3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B308F39-D93A-4756-A866-21281A0C457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EF384A-519F-416A-8297-B76185DD7F7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FE1D90-EDE2-4B0F-92DB-1B1652DE362C}" type="datetimeFigureOut">
              <a:rPr lang="en-US" smtClean="0"/>
              <a:t>7/14/2020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5595E3-CF89-4F2B-8D0C-DADF4448B68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BF38EB-0EFF-49A0-B4FD-F080E312722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96339A-6F97-4602-9BF0-B1EC057BC44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09711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B39F45-10EA-419C-BFF8-3FC221C450AF}" type="datetimeFigureOut">
              <a:rPr lang="en-US" smtClean="0"/>
              <a:t>7/14/2020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887097-59DF-45B6-ADA2-466050DA5BF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9188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887097-59DF-45B6-ADA2-466050DA5BF6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5059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 descr="Frame Shadow Back">
            <a:extLst>
              <a:ext uri="{FF2B5EF4-FFF2-40B4-BE49-F238E27FC236}">
                <a16:creationId xmlns:a16="http://schemas.microsoft.com/office/drawing/2014/main" id="{D27AC4AA-8A7A-43DC-99B3-E0AB0D8F0D28}"/>
              </a:ext>
            </a:extLst>
          </p:cNvPr>
          <p:cNvGrpSpPr/>
          <p:nvPr userDrawn="1"/>
        </p:nvGrpSpPr>
        <p:grpSpPr>
          <a:xfrm>
            <a:off x="3667983" y="5070678"/>
            <a:ext cx="9783733" cy="520321"/>
            <a:chOff x="-184150" y="3740828"/>
            <a:chExt cx="13550900" cy="914401"/>
          </a:xfrm>
        </p:grpSpPr>
        <p:sp>
          <p:nvSpPr>
            <p:cNvPr id="8" name="Flowchart: Manual Operation 7">
              <a:extLst>
                <a:ext uri="{FF2B5EF4-FFF2-40B4-BE49-F238E27FC236}">
                  <a16:creationId xmlns:a16="http://schemas.microsoft.com/office/drawing/2014/main" id="{5AC40034-0E78-4DDD-B490-CA82EEFE86E9}"/>
                </a:ext>
              </a:extLst>
            </p:cNvPr>
            <p:cNvSpPr/>
            <p:nvPr/>
          </p:nvSpPr>
          <p:spPr>
            <a:xfrm>
              <a:off x="-184150" y="3822700"/>
              <a:ext cx="13550900" cy="832529"/>
            </a:xfrm>
            <a:prstGeom prst="flowChartManualOperation">
              <a:avLst/>
            </a:prstGeom>
            <a:gradFill>
              <a:gsLst>
                <a:gs pos="0">
                  <a:schemeClr val="tx1">
                    <a:alpha val="0"/>
                  </a:schemeClr>
                </a:gs>
                <a:gs pos="100000">
                  <a:schemeClr val="tx1">
                    <a:alpha val="39000"/>
                  </a:schemeClr>
                </a:gs>
              </a:gsLst>
              <a:lin ang="5400000" scaled="1"/>
            </a:gra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9" name="Flowchart: Manual Operation 8">
              <a:extLst>
                <a:ext uri="{FF2B5EF4-FFF2-40B4-BE49-F238E27FC236}">
                  <a16:creationId xmlns:a16="http://schemas.microsoft.com/office/drawing/2014/main" id="{16A42961-252D-4EB7-A79A-9CBC85346EBF}"/>
                </a:ext>
              </a:extLst>
            </p:cNvPr>
            <p:cNvSpPr/>
            <p:nvPr/>
          </p:nvSpPr>
          <p:spPr>
            <a:xfrm>
              <a:off x="-184150" y="3740828"/>
              <a:ext cx="13550900" cy="832529"/>
            </a:xfrm>
            <a:prstGeom prst="flowChartManualOperation">
              <a:avLst/>
            </a:prstGeom>
            <a:gradFill>
              <a:gsLst>
                <a:gs pos="65000">
                  <a:schemeClr val="tx1">
                    <a:alpha val="0"/>
                  </a:schemeClr>
                </a:gs>
                <a:gs pos="100000">
                  <a:schemeClr val="tx1">
                    <a:alpha val="39000"/>
                  </a:schemeClr>
                </a:gs>
              </a:gsLst>
              <a:lin ang="54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5FE82FA1-CB34-45A7-AAD3-2D557EE42430}"/>
              </a:ext>
            </a:extLst>
          </p:cNvPr>
          <p:cNvSpPr>
            <a:spLocks/>
          </p:cNvSpPr>
          <p:nvPr userDrawn="1"/>
        </p:nvSpPr>
        <p:spPr>
          <a:xfrm rot="10800000">
            <a:off x="5960656" y="1439451"/>
            <a:ext cx="5198388" cy="371077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innerShdw blurRad="127000" dist="50800" dir="9180000">
              <a:prstClr val="black">
                <a:alpha val="6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43E38E8-1EF2-4077-932C-9132FCCD49EE}"/>
              </a:ext>
            </a:extLst>
          </p:cNvPr>
          <p:cNvSpPr>
            <a:spLocks/>
          </p:cNvSpPr>
          <p:nvPr userDrawn="1"/>
        </p:nvSpPr>
        <p:spPr>
          <a:xfrm rot="10800000">
            <a:off x="5584647" y="1064574"/>
            <a:ext cx="5950408" cy="37487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DAF2DAA-359C-4335-A548-3996DE7E2353}"/>
              </a:ext>
            </a:extLst>
          </p:cNvPr>
          <p:cNvSpPr>
            <a:spLocks/>
          </p:cNvSpPr>
          <p:nvPr userDrawn="1"/>
        </p:nvSpPr>
        <p:spPr>
          <a:xfrm rot="10800000">
            <a:off x="5584647" y="5152508"/>
            <a:ext cx="5950408" cy="37487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8852B49-0D95-48CD-80F5-13CF5CC842EE}"/>
              </a:ext>
            </a:extLst>
          </p:cNvPr>
          <p:cNvSpPr/>
          <p:nvPr userDrawn="1"/>
        </p:nvSpPr>
        <p:spPr>
          <a:xfrm rot="5400000" flipH="1" flipV="1">
            <a:off x="3541251" y="3107970"/>
            <a:ext cx="4462810" cy="376019"/>
          </a:xfrm>
          <a:custGeom>
            <a:avLst/>
            <a:gdLst>
              <a:gd name="connsiteX0" fmla="*/ 5400001 w 5400001"/>
              <a:gd name="connsiteY0" fmla="*/ 0 h 454983"/>
              <a:gd name="connsiteX1" fmla="*/ 4945018 w 5400001"/>
              <a:gd name="connsiteY1" fmla="*/ 454983 h 454983"/>
              <a:gd name="connsiteX2" fmla="*/ 4221873 w 5400001"/>
              <a:gd name="connsiteY2" fmla="*/ 454983 h 454983"/>
              <a:gd name="connsiteX3" fmla="*/ 3148030 w 5400001"/>
              <a:gd name="connsiteY3" fmla="*/ 454983 h 454983"/>
              <a:gd name="connsiteX4" fmla="*/ 2975116 w 5400001"/>
              <a:gd name="connsiteY4" fmla="*/ 454983 h 454983"/>
              <a:gd name="connsiteX5" fmla="*/ 2424886 w 5400001"/>
              <a:gd name="connsiteY5" fmla="*/ 454983 h 454983"/>
              <a:gd name="connsiteX6" fmla="*/ 2251971 w 5400001"/>
              <a:gd name="connsiteY6" fmla="*/ 454983 h 454983"/>
              <a:gd name="connsiteX7" fmla="*/ 1178128 w 5400001"/>
              <a:gd name="connsiteY7" fmla="*/ 454983 h 454983"/>
              <a:gd name="connsiteX8" fmla="*/ 454983 w 5400001"/>
              <a:gd name="connsiteY8" fmla="*/ 454983 h 454983"/>
              <a:gd name="connsiteX9" fmla="*/ 0 w 5400001"/>
              <a:gd name="connsiteY9" fmla="*/ 0 h 454983"/>
              <a:gd name="connsiteX10" fmla="*/ 1178128 w 5400001"/>
              <a:gd name="connsiteY10" fmla="*/ 0 h 454983"/>
              <a:gd name="connsiteX11" fmla="*/ 1796988 w 5400001"/>
              <a:gd name="connsiteY11" fmla="*/ 0 h 454983"/>
              <a:gd name="connsiteX12" fmla="*/ 2424886 w 5400001"/>
              <a:gd name="connsiteY12" fmla="*/ 0 h 454983"/>
              <a:gd name="connsiteX13" fmla="*/ 2975116 w 5400001"/>
              <a:gd name="connsiteY13" fmla="*/ 0 h 454983"/>
              <a:gd name="connsiteX14" fmla="*/ 3603013 w 5400001"/>
              <a:gd name="connsiteY14" fmla="*/ 0 h 454983"/>
              <a:gd name="connsiteX15" fmla="*/ 4221873 w 5400001"/>
              <a:gd name="connsiteY15" fmla="*/ 0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400001" h="454983">
                <a:moveTo>
                  <a:pt x="5400001" y="0"/>
                </a:moveTo>
                <a:lnTo>
                  <a:pt x="4945018" y="454983"/>
                </a:lnTo>
                <a:lnTo>
                  <a:pt x="4221873" y="454983"/>
                </a:lnTo>
                <a:lnTo>
                  <a:pt x="3148030" y="454983"/>
                </a:lnTo>
                <a:lnTo>
                  <a:pt x="2975116" y="454983"/>
                </a:lnTo>
                <a:lnTo>
                  <a:pt x="2424886" y="454983"/>
                </a:lnTo>
                <a:lnTo>
                  <a:pt x="2251971" y="454983"/>
                </a:lnTo>
                <a:lnTo>
                  <a:pt x="1178128" y="454983"/>
                </a:lnTo>
                <a:lnTo>
                  <a:pt x="454983" y="454983"/>
                </a:lnTo>
                <a:lnTo>
                  <a:pt x="0" y="0"/>
                </a:lnTo>
                <a:lnTo>
                  <a:pt x="1178128" y="0"/>
                </a:lnTo>
                <a:lnTo>
                  <a:pt x="1796988" y="0"/>
                </a:lnTo>
                <a:lnTo>
                  <a:pt x="2424886" y="0"/>
                </a:lnTo>
                <a:lnTo>
                  <a:pt x="2975116" y="0"/>
                </a:lnTo>
                <a:lnTo>
                  <a:pt x="3603013" y="0"/>
                </a:lnTo>
                <a:lnTo>
                  <a:pt x="4221873" y="0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20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1C57B54-65C6-4B97-8E2A-E68CBDC3232E}"/>
              </a:ext>
            </a:extLst>
          </p:cNvPr>
          <p:cNvSpPr/>
          <p:nvPr userDrawn="1"/>
        </p:nvSpPr>
        <p:spPr>
          <a:xfrm rot="5400000">
            <a:off x="9115640" y="3107970"/>
            <a:ext cx="4462810" cy="376019"/>
          </a:xfrm>
          <a:custGeom>
            <a:avLst/>
            <a:gdLst>
              <a:gd name="connsiteX0" fmla="*/ 0 w 5400001"/>
              <a:gd name="connsiteY0" fmla="*/ 0 h 454983"/>
              <a:gd name="connsiteX1" fmla="*/ 1178128 w 5400001"/>
              <a:gd name="connsiteY1" fmla="*/ 0 h 454983"/>
              <a:gd name="connsiteX2" fmla="*/ 1796988 w 5400001"/>
              <a:gd name="connsiteY2" fmla="*/ 0 h 454983"/>
              <a:gd name="connsiteX3" fmla="*/ 2424886 w 5400001"/>
              <a:gd name="connsiteY3" fmla="*/ 0 h 454983"/>
              <a:gd name="connsiteX4" fmla="*/ 2975116 w 5400001"/>
              <a:gd name="connsiteY4" fmla="*/ 0 h 454983"/>
              <a:gd name="connsiteX5" fmla="*/ 3603013 w 5400001"/>
              <a:gd name="connsiteY5" fmla="*/ 0 h 454983"/>
              <a:gd name="connsiteX6" fmla="*/ 4221874 w 5400001"/>
              <a:gd name="connsiteY6" fmla="*/ 0 h 454983"/>
              <a:gd name="connsiteX7" fmla="*/ 5400001 w 5400001"/>
              <a:gd name="connsiteY7" fmla="*/ 0 h 454983"/>
              <a:gd name="connsiteX8" fmla="*/ 4945018 w 5400001"/>
              <a:gd name="connsiteY8" fmla="*/ 454983 h 454983"/>
              <a:gd name="connsiteX9" fmla="*/ 4221874 w 5400001"/>
              <a:gd name="connsiteY9" fmla="*/ 454983 h 454983"/>
              <a:gd name="connsiteX10" fmla="*/ 3148030 w 5400001"/>
              <a:gd name="connsiteY10" fmla="*/ 454983 h 454983"/>
              <a:gd name="connsiteX11" fmla="*/ 2975116 w 5400001"/>
              <a:gd name="connsiteY11" fmla="*/ 454983 h 454983"/>
              <a:gd name="connsiteX12" fmla="*/ 2424886 w 5400001"/>
              <a:gd name="connsiteY12" fmla="*/ 454983 h 454983"/>
              <a:gd name="connsiteX13" fmla="*/ 2251971 w 5400001"/>
              <a:gd name="connsiteY13" fmla="*/ 454983 h 454983"/>
              <a:gd name="connsiteX14" fmla="*/ 1178128 w 5400001"/>
              <a:gd name="connsiteY14" fmla="*/ 454983 h 454983"/>
              <a:gd name="connsiteX15" fmla="*/ 454983 w 5400001"/>
              <a:gd name="connsiteY15" fmla="*/ 454983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400001" h="454983">
                <a:moveTo>
                  <a:pt x="0" y="0"/>
                </a:moveTo>
                <a:lnTo>
                  <a:pt x="1178128" y="0"/>
                </a:lnTo>
                <a:lnTo>
                  <a:pt x="1796988" y="0"/>
                </a:lnTo>
                <a:lnTo>
                  <a:pt x="2424886" y="0"/>
                </a:lnTo>
                <a:lnTo>
                  <a:pt x="2975116" y="0"/>
                </a:lnTo>
                <a:lnTo>
                  <a:pt x="3603013" y="0"/>
                </a:lnTo>
                <a:lnTo>
                  <a:pt x="4221874" y="0"/>
                </a:lnTo>
                <a:lnTo>
                  <a:pt x="5400001" y="0"/>
                </a:lnTo>
                <a:lnTo>
                  <a:pt x="4945018" y="454983"/>
                </a:lnTo>
                <a:lnTo>
                  <a:pt x="4221874" y="454983"/>
                </a:lnTo>
                <a:lnTo>
                  <a:pt x="3148030" y="454983"/>
                </a:lnTo>
                <a:lnTo>
                  <a:pt x="2975116" y="454983"/>
                </a:lnTo>
                <a:lnTo>
                  <a:pt x="2424886" y="454983"/>
                </a:lnTo>
                <a:lnTo>
                  <a:pt x="2251971" y="454983"/>
                </a:lnTo>
                <a:lnTo>
                  <a:pt x="1178128" y="454983"/>
                </a:lnTo>
                <a:lnTo>
                  <a:pt x="454983" y="454983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20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768F776-E59F-4E19-ABD2-172950969EAE}"/>
              </a:ext>
            </a:extLst>
          </p:cNvPr>
          <p:cNvSpPr/>
          <p:nvPr userDrawn="1"/>
        </p:nvSpPr>
        <p:spPr>
          <a:xfrm rot="10800000" flipV="1">
            <a:off x="5584647" y="1064575"/>
            <a:ext cx="5950408" cy="376019"/>
          </a:xfrm>
          <a:custGeom>
            <a:avLst/>
            <a:gdLst>
              <a:gd name="connsiteX0" fmla="*/ 7199994 w 7199994"/>
              <a:gd name="connsiteY0" fmla="*/ 0 h 454983"/>
              <a:gd name="connsiteX1" fmla="*/ 5003045 w 7199994"/>
              <a:gd name="connsiteY1" fmla="*/ 0 h 454983"/>
              <a:gd name="connsiteX2" fmla="*/ 4775114 w 7199994"/>
              <a:gd name="connsiteY2" fmla="*/ 0 h 454983"/>
              <a:gd name="connsiteX3" fmla="*/ 4621829 w 7199994"/>
              <a:gd name="connsiteY3" fmla="*/ 0 h 454983"/>
              <a:gd name="connsiteX4" fmla="*/ 2578165 w 7199994"/>
              <a:gd name="connsiteY4" fmla="*/ 0 h 454983"/>
              <a:gd name="connsiteX5" fmla="*/ 2424880 w 7199994"/>
              <a:gd name="connsiteY5" fmla="*/ 0 h 454983"/>
              <a:gd name="connsiteX6" fmla="*/ 2196949 w 7199994"/>
              <a:gd name="connsiteY6" fmla="*/ 0 h 454983"/>
              <a:gd name="connsiteX7" fmla="*/ 0 w 7199994"/>
              <a:gd name="connsiteY7" fmla="*/ 0 h 454983"/>
              <a:gd name="connsiteX8" fmla="*/ 454979 w 7199994"/>
              <a:gd name="connsiteY8" fmla="*/ 454983 h 454983"/>
              <a:gd name="connsiteX9" fmla="*/ 2196949 w 7199994"/>
              <a:gd name="connsiteY9" fmla="*/ 454983 h 454983"/>
              <a:gd name="connsiteX10" fmla="*/ 2424880 w 7199994"/>
              <a:gd name="connsiteY10" fmla="*/ 454983 h 454983"/>
              <a:gd name="connsiteX11" fmla="*/ 3033144 w 7199994"/>
              <a:gd name="connsiteY11" fmla="*/ 454983 h 454983"/>
              <a:gd name="connsiteX12" fmla="*/ 4166850 w 7199994"/>
              <a:gd name="connsiteY12" fmla="*/ 454983 h 454983"/>
              <a:gd name="connsiteX13" fmla="*/ 4775114 w 7199994"/>
              <a:gd name="connsiteY13" fmla="*/ 454983 h 454983"/>
              <a:gd name="connsiteX14" fmla="*/ 5003045 w 7199994"/>
              <a:gd name="connsiteY14" fmla="*/ 454983 h 454983"/>
              <a:gd name="connsiteX15" fmla="*/ 6745015 w 7199994"/>
              <a:gd name="connsiteY15" fmla="*/ 454983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199994" h="454983">
                <a:moveTo>
                  <a:pt x="7199994" y="0"/>
                </a:moveTo>
                <a:lnTo>
                  <a:pt x="5003045" y="0"/>
                </a:lnTo>
                <a:lnTo>
                  <a:pt x="4775114" y="0"/>
                </a:lnTo>
                <a:lnTo>
                  <a:pt x="4621829" y="0"/>
                </a:lnTo>
                <a:lnTo>
                  <a:pt x="2578165" y="0"/>
                </a:lnTo>
                <a:lnTo>
                  <a:pt x="2424880" y="0"/>
                </a:lnTo>
                <a:lnTo>
                  <a:pt x="2196949" y="0"/>
                </a:lnTo>
                <a:lnTo>
                  <a:pt x="0" y="0"/>
                </a:lnTo>
                <a:lnTo>
                  <a:pt x="454979" y="454983"/>
                </a:lnTo>
                <a:lnTo>
                  <a:pt x="2196949" y="454983"/>
                </a:lnTo>
                <a:lnTo>
                  <a:pt x="2424880" y="454983"/>
                </a:lnTo>
                <a:lnTo>
                  <a:pt x="3033144" y="454983"/>
                </a:lnTo>
                <a:lnTo>
                  <a:pt x="4166850" y="454983"/>
                </a:lnTo>
                <a:lnTo>
                  <a:pt x="4775114" y="454983"/>
                </a:lnTo>
                <a:lnTo>
                  <a:pt x="5003045" y="454983"/>
                </a:lnTo>
                <a:lnTo>
                  <a:pt x="6745015" y="454983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20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EFFA5C05-BF79-4526-87D6-8A1F3402307A}"/>
              </a:ext>
            </a:extLst>
          </p:cNvPr>
          <p:cNvSpPr/>
          <p:nvPr userDrawn="1"/>
        </p:nvSpPr>
        <p:spPr>
          <a:xfrm rot="10800000">
            <a:off x="5584647" y="5151365"/>
            <a:ext cx="5950408" cy="376019"/>
          </a:xfrm>
          <a:custGeom>
            <a:avLst/>
            <a:gdLst>
              <a:gd name="connsiteX0" fmla="*/ 6745015 w 7199994"/>
              <a:gd name="connsiteY0" fmla="*/ 454983 h 454983"/>
              <a:gd name="connsiteX1" fmla="*/ 5003045 w 7199994"/>
              <a:gd name="connsiteY1" fmla="*/ 454983 h 454983"/>
              <a:gd name="connsiteX2" fmla="*/ 4775114 w 7199994"/>
              <a:gd name="connsiteY2" fmla="*/ 454983 h 454983"/>
              <a:gd name="connsiteX3" fmla="*/ 4166850 w 7199994"/>
              <a:gd name="connsiteY3" fmla="*/ 454983 h 454983"/>
              <a:gd name="connsiteX4" fmla="*/ 3033144 w 7199994"/>
              <a:gd name="connsiteY4" fmla="*/ 454983 h 454983"/>
              <a:gd name="connsiteX5" fmla="*/ 2424880 w 7199994"/>
              <a:gd name="connsiteY5" fmla="*/ 454983 h 454983"/>
              <a:gd name="connsiteX6" fmla="*/ 2196949 w 7199994"/>
              <a:gd name="connsiteY6" fmla="*/ 454983 h 454983"/>
              <a:gd name="connsiteX7" fmla="*/ 454979 w 7199994"/>
              <a:gd name="connsiteY7" fmla="*/ 454983 h 454983"/>
              <a:gd name="connsiteX8" fmla="*/ 0 w 7199994"/>
              <a:gd name="connsiteY8" fmla="*/ 0 h 454983"/>
              <a:gd name="connsiteX9" fmla="*/ 2196949 w 7199994"/>
              <a:gd name="connsiteY9" fmla="*/ 0 h 454983"/>
              <a:gd name="connsiteX10" fmla="*/ 2424880 w 7199994"/>
              <a:gd name="connsiteY10" fmla="*/ 0 h 454983"/>
              <a:gd name="connsiteX11" fmla="*/ 2578165 w 7199994"/>
              <a:gd name="connsiteY11" fmla="*/ 0 h 454983"/>
              <a:gd name="connsiteX12" fmla="*/ 4621829 w 7199994"/>
              <a:gd name="connsiteY12" fmla="*/ 0 h 454983"/>
              <a:gd name="connsiteX13" fmla="*/ 4775114 w 7199994"/>
              <a:gd name="connsiteY13" fmla="*/ 0 h 454983"/>
              <a:gd name="connsiteX14" fmla="*/ 5003045 w 7199994"/>
              <a:gd name="connsiteY14" fmla="*/ 0 h 454983"/>
              <a:gd name="connsiteX15" fmla="*/ 7199994 w 7199994"/>
              <a:gd name="connsiteY15" fmla="*/ 0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199994" h="454983">
                <a:moveTo>
                  <a:pt x="6745015" y="454983"/>
                </a:moveTo>
                <a:lnTo>
                  <a:pt x="5003045" y="454983"/>
                </a:lnTo>
                <a:lnTo>
                  <a:pt x="4775114" y="454983"/>
                </a:lnTo>
                <a:lnTo>
                  <a:pt x="4166850" y="454983"/>
                </a:lnTo>
                <a:lnTo>
                  <a:pt x="3033144" y="454983"/>
                </a:lnTo>
                <a:lnTo>
                  <a:pt x="2424880" y="454983"/>
                </a:lnTo>
                <a:lnTo>
                  <a:pt x="2196949" y="454983"/>
                </a:lnTo>
                <a:lnTo>
                  <a:pt x="454979" y="454983"/>
                </a:lnTo>
                <a:lnTo>
                  <a:pt x="0" y="0"/>
                </a:lnTo>
                <a:lnTo>
                  <a:pt x="2196949" y="0"/>
                </a:lnTo>
                <a:lnTo>
                  <a:pt x="2424880" y="0"/>
                </a:lnTo>
                <a:lnTo>
                  <a:pt x="2578165" y="0"/>
                </a:lnTo>
                <a:lnTo>
                  <a:pt x="4621829" y="0"/>
                </a:lnTo>
                <a:lnTo>
                  <a:pt x="4775114" y="0"/>
                </a:lnTo>
                <a:lnTo>
                  <a:pt x="5003045" y="0"/>
                </a:lnTo>
                <a:lnTo>
                  <a:pt x="7199994" y="0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20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Rectangle: Rounded Corners 17" descr="Frame Shadow Front">
            <a:extLst>
              <a:ext uri="{FF2B5EF4-FFF2-40B4-BE49-F238E27FC236}">
                <a16:creationId xmlns:a16="http://schemas.microsoft.com/office/drawing/2014/main" id="{1A0412F4-FFF0-46D7-BBF1-88752E07861C}"/>
              </a:ext>
            </a:extLst>
          </p:cNvPr>
          <p:cNvSpPr/>
          <p:nvPr userDrawn="1"/>
        </p:nvSpPr>
        <p:spPr>
          <a:xfrm>
            <a:off x="4389825" y="5379590"/>
            <a:ext cx="8070273" cy="625491"/>
          </a:xfrm>
          <a:prstGeom prst="roundRect">
            <a:avLst>
              <a:gd name="adj" fmla="val 50000"/>
            </a:avLst>
          </a:prstGeom>
          <a:solidFill>
            <a:schemeClr val="tx1">
              <a:alpha val="16000"/>
            </a:schemeClr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A20881-CD61-4555-AF92-E876F80DA4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7364" y="1122363"/>
            <a:ext cx="4536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DD28E2-A3B9-4E6B-9F09-3C47ADEED9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7364" y="3592847"/>
            <a:ext cx="4536000" cy="105295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3E277991-9763-4513-A8C9-C75BA1AB58E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05309" y="2169780"/>
            <a:ext cx="3709084" cy="2231406"/>
          </a:xfrm>
          <a:custGeom>
            <a:avLst/>
            <a:gdLst>
              <a:gd name="connsiteX0" fmla="*/ 0 w 3709084"/>
              <a:gd name="connsiteY0" fmla="*/ 0 h 2231406"/>
              <a:gd name="connsiteX1" fmla="*/ 3709084 w 3709084"/>
              <a:gd name="connsiteY1" fmla="*/ 0 h 2231406"/>
              <a:gd name="connsiteX2" fmla="*/ 3709084 w 3709084"/>
              <a:gd name="connsiteY2" fmla="*/ 2231406 h 2231406"/>
              <a:gd name="connsiteX3" fmla="*/ 0 w 3709084"/>
              <a:gd name="connsiteY3" fmla="*/ 2231406 h 22314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09084" h="2231406">
                <a:moveTo>
                  <a:pt x="0" y="0"/>
                </a:moveTo>
                <a:lnTo>
                  <a:pt x="3709084" y="0"/>
                </a:lnTo>
                <a:lnTo>
                  <a:pt x="3709084" y="2231406"/>
                </a:lnTo>
                <a:lnTo>
                  <a:pt x="0" y="2231406"/>
                </a:lnTo>
                <a:close/>
              </a:path>
            </a:pathLst>
          </a:custGeom>
          <a:solidFill>
            <a:schemeClr val="bg2"/>
          </a:solidFill>
          <a:ln w="190500">
            <a:solidFill>
              <a:schemeClr val="tx1"/>
            </a:solidFill>
            <a:miter lim="800000"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600" i="1"/>
            </a:lvl1pPr>
          </a:lstStyle>
          <a:p>
            <a:r>
              <a:rPr lang="en-US" noProof="0" dirty="0"/>
              <a:t>Drag &amp; Drop or Insert your Image</a:t>
            </a:r>
          </a:p>
        </p:txBody>
      </p:sp>
      <p:sp>
        <p:nvSpPr>
          <p:cNvPr id="29" name="Date Placeholder 28">
            <a:extLst>
              <a:ext uri="{FF2B5EF4-FFF2-40B4-BE49-F238E27FC236}">
                <a16:creationId xmlns:a16="http://schemas.microsoft.com/office/drawing/2014/main" id="{CE3CB57F-D4BB-4F17-8634-12F38B9B845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650807" y="5171569"/>
            <a:ext cx="4536000" cy="360000"/>
          </a:xfrm>
        </p:spPr>
        <p:txBody>
          <a:bodyPr/>
          <a:lstStyle>
            <a:lvl1pPr algn="ctr">
              <a:defRPr/>
            </a:lvl1pPr>
          </a:lstStyle>
          <a:p>
            <a:fld id="{0A3E590E-4EA1-4B3F-9946-5711365F7D78}" type="datetimeFigureOut">
              <a:rPr lang="en-US" noProof="0" smtClean="0"/>
              <a:pPr/>
              <a:t>7/14/2020</a:t>
            </a:fld>
            <a:endParaRPr lang="en-US" noProof="0" dirty="0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A3D4A02F-3674-43C6-965C-159CF18D4B1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0499" y="4728686"/>
            <a:ext cx="4536000" cy="360000"/>
          </a:xfrm>
        </p:spPr>
        <p:txBody>
          <a:bodyPr>
            <a:noAutofit/>
          </a:bodyPr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en-US" noProof="0"/>
              <a:t>Name / School Name</a:t>
            </a:r>
          </a:p>
        </p:txBody>
      </p:sp>
    </p:spTree>
    <p:extLst>
      <p:ext uri="{BB962C8B-B14F-4D97-AF65-F5344CB8AC3E}">
        <p14:creationId xmlns:p14="http://schemas.microsoft.com/office/powerpoint/2010/main" val="2763721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Image Tall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 descr="Frame Shadow Back">
            <a:extLst>
              <a:ext uri="{FF2B5EF4-FFF2-40B4-BE49-F238E27FC236}">
                <a16:creationId xmlns:a16="http://schemas.microsoft.com/office/drawing/2014/main" id="{F4B231E9-D83F-4563-BC71-3D849DF84D1A}"/>
              </a:ext>
            </a:extLst>
          </p:cNvPr>
          <p:cNvGrpSpPr/>
          <p:nvPr userDrawn="1"/>
        </p:nvGrpSpPr>
        <p:grpSpPr>
          <a:xfrm>
            <a:off x="2398496" y="5465932"/>
            <a:ext cx="7395007" cy="887510"/>
            <a:chOff x="-184150" y="3740827"/>
            <a:chExt cx="13550900" cy="914402"/>
          </a:xfrm>
        </p:grpSpPr>
        <p:sp>
          <p:nvSpPr>
            <p:cNvPr id="4" name="Flowchart: Manual Operation 3">
              <a:extLst>
                <a:ext uri="{FF2B5EF4-FFF2-40B4-BE49-F238E27FC236}">
                  <a16:creationId xmlns:a16="http://schemas.microsoft.com/office/drawing/2014/main" id="{0BDD2BFB-A705-4B5F-9CE2-51F2188A6BA6}"/>
                </a:ext>
              </a:extLst>
            </p:cNvPr>
            <p:cNvSpPr/>
            <p:nvPr/>
          </p:nvSpPr>
          <p:spPr>
            <a:xfrm>
              <a:off x="-184150" y="3822700"/>
              <a:ext cx="13550900" cy="832529"/>
            </a:xfrm>
            <a:prstGeom prst="flowChartManualOperation">
              <a:avLst/>
            </a:prstGeom>
            <a:gradFill>
              <a:gsLst>
                <a:gs pos="0">
                  <a:schemeClr val="tx1">
                    <a:alpha val="0"/>
                  </a:schemeClr>
                </a:gs>
                <a:gs pos="100000">
                  <a:schemeClr val="tx1">
                    <a:alpha val="39000"/>
                  </a:schemeClr>
                </a:gs>
              </a:gsLst>
              <a:lin ang="5400000" scaled="1"/>
            </a:gra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5" name="Flowchart: Manual Operation 4">
              <a:extLst>
                <a:ext uri="{FF2B5EF4-FFF2-40B4-BE49-F238E27FC236}">
                  <a16:creationId xmlns:a16="http://schemas.microsoft.com/office/drawing/2014/main" id="{EEF9ED6C-5A53-4A7D-8E8C-347555A1CEC4}"/>
                </a:ext>
              </a:extLst>
            </p:cNvPr>
            <p:cNvSpPr/>
            <p:nvPr/>
          </p:nvSpPr>
          <p:spPr>
            <a:xfrm>
              <a:off x="-184150" y="3740828"/>
              <a:ext cx="13550900" cy="832529"/>
            </a:xfrm>
            <a:prstGeom prst="flowChartManualOperation">
              <a:avLst/>
            </a:prstGeom>
            <a:gradFill>
              <a:gsLst>
                <a:gs pos="65000">
                  <a:schemeClr val="tx1">
                    <a:alpha val="0"/>
                  </a:schemeClr>
                </a:gs>
                <a:gs pos="100000">
                  <a:schemeClr val="tx1">
                    <a:alpha val="39000"/>
                  </a:schemeClr>
                </a:gs>
              </a:gsLst>
              <a:lin ang="54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6" name="Rectangle: Rounded Corners 5" descr="Frame Shadow Front">
            <a:extLst>
              <a:ext uri="{FF2B5EF4-FFF2-40B4-BE49-F238E27FC236}">
                <a16:creationId xmlns:a16="http://schemas.microsoft.com/office/drawing/2014/main" id="{FCE9A042-9C1B-4B1B-AC75-4172A402BCF2}"/>
              </a:ext>
            </a:extLst>
          </p:cNvPr>
          <p:cNvSpPr/>
          <p:nvPr userDrawn="1"/>
        </p:nvSpPr>
        <p:spPr>
          <a:xfrm>
            <a:off x="2944098" y="6097636"/>
            <a:ext cx="6099893" cy="756844"/>
          </a:xfrm>
          <a:prstGeom prst="roundRect">
            <a:avLst>
              <a:gd name="adj" fmla="val 50000"/>
            </a:avLst>
          </a:prstGeom>
          <a:solidFill>
            <a:schemeClr val="tx1">
              <a:alpha val="16000"/>
            </a:schemeClr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A3716F-6EC3-40B6-8593-794A006D021F}"/>
              </a:ext>
            </a:extLst>
          </p:cNvPr>
          <p:cNvSpPr>
            <a:spLocks/>
          </p:cNvSpPr>
          <p:nvPr userDrawn="1"/>
        </p:nvSpPr>
        <p:spPr>
          <a:xfrm rot="16200000" flipH="1">
            <a:off x="3511524" y="1441191"/>
            <a:ext cx="5198387" cy="371077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innerShdw blurRad="127000" dist="50800" dir="9180000">
              <a:prstClr val="black">
                <a:alpha val="6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07FD02-5AF8-44AD-869B-2C514F970FA5}"/>
              </a:ext>
            </a:extLst>
          </p:cNvPr>
          <p:cNvSpPr>
            <a:spLocks/>
          </p:cNvSpPr>
          <p:nvPr userDrawn="1"/>
        </p:nvSpPr>
        <p:spPr>
          <a:xfrm rot="16200000" flipH="1">
            <a:off x="5178336" y="3109136"/>
            <a:ext cx="5950408" cy="37487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FD93DC3-56A6-4B78-A74B-07BEE0FD30E1}"/>
              </a:ext>
            </a:extLst>
          </p:cNvPr>
          <p:cNvSpPr>
            <a:spLocks/>
          </p:cNvSpPr>
          <p:nvPr userDrawn="1"/>
        </p:nvSpPr>
        <p:spPr>
          <a:xfrm rot="16200000" flipH="1">
            <a:off x="1090403" y="3109136"/>
            <a:ext cx="5950408" cy="37487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FF66799-0FA2-4BAD-9104-B2C3D09BA489}"/>
              </a:ext>
            </a:extLst>
          </p:cNvPr>
          <p:cNvSpPr/>
          <p:nvPr userDrawn="1"/>
        </p:nvSpPr>
        <p:spPr>
          <a:xfrm flipV="1">
            <a:off x="3878169" y="5895760"/>
            <a:ext cx="4462811" cy="376019"/>
          </a:xfrm>
          <a:custGeom>
            <a:avLst/>
            <a:gdLst>
              <a:gd name="connsiteX0" fmla="*/ 5400001 w 5400001"/>
              <a:gd name="connsiteY0" fmla="*/ 0 h 454983"/>
              <a:gd name="connsiteX1" fmla="*/ 4945018 w 5400001"/>
              <a:gd name="connsiteY1" fmla="*/ 454983 h 454983"/>
              <a:gd name="connsiteX2" fmla="*/ 4221873 w 5400001"/>
              <a:gd name="connsiteY2" fmla="*/ 454983 h 454983"/>
              <a:gd name="connsiteX3" fmla="*/ 3148030 w 5400001"/>
              <a:gd name="connsiteY3" fmla="*/ 454983 h 454983"/>
              <a:gd name="connsiteX4" fmla="*/ 2975116 w 5400001"/>
              <a:gd name="connsiteY4" fmla="*/ 454983 h 454983"/>
              <a:gd name="connsiteX5" fmla="*/ 2424886 w 5400001"/>
              <a:gd name="connsiteY5" fmla="*/ 454983 h 454983"/>
              <a:gd name="connsiteX6" fmla="*/ 2251971 w 5400001"/>
              <a:gd name="connsiteY6" fmla="*/ 454983 h 454983"/>
              <a:gd name="connsiteX7" fmla="*/ 1178128 w 5400001"/>
              <a:gd name="connsiteY7" fmla="*/ 454983 h 454983"/>
              <a:gd name="connsiteX8" fmla="*/ 454983 w 5400001"/>
              <a:gd name="connsiteY8" fmla="*/ 454983 h 454983"/>
              <a:gd name="connsiteX9" fmla="*/ 0 w 5400001"/>
              <a:gd name="connsiteY9" fmla="*/ 0 h 454983"/>
              <a:gd name="connsiteX10" fmla="*/ 1178128 w 5400001"/>
              <a:gd name="connsiteY10" fmla="*/ 0 h 454983"/>
              <a:gd name="connsiteX11" fmla="*/ 1796988 w 5400001"/>
              <a:gd name="connsiteY11" fmla="*/ 0 h 454983"/>
              <a:gd name="connsiteX12" fmla="*/ 2424886 w 5400001"/>
              <a:gd name="connsiteY12" fmla="*/ 0 h 454983"/>
              <a:gd name="connsiteX13" fmla="*/ 2975116 w 5400001"/>
              <a:gd name="connsiteY13" fmla="*/ 0 h 454983"/>
              <a:gd name="connsiteX14" fmla="*/ 3603013 w 5400001"/>
              <a:gd name="connsiteY14" fmla="*/ 0 h 454983"/>
              <a:gd name="connsiteX15" fmla="*/ 4221873 w 5400001"/>
              <a:gd name="connsiteY15" fmla="*/ 0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400001" h="454983">
                <a:moveTo>
                  <a:pt x="5400001" y="0"/>
                </a:moveTo>
                <a:lnTo>
                  <a:pt x="4945018" y="454983"/>
                </a:lnTo>
                <a:lnTo>
                  <a:pt x="4221873" y="454983"/>
                </a:lnTo>
                <a:lnTo>
                  <a:pt x="3148030" y="454983"/>
                </a:lnTo>
                <a:lnTo>
                  <a:pt x="2975116" y="454983"/>
                </a:lnTo>
                <a:lnTo>
                  <a:pt x="2424886" y="454983"/>
                </a:lnTo>
                <a:lnTo>
                  <a:pt x="2251971" y="454983"/>
                </a:lnTo>
                <a:lnTo>
                  <a:pt x="1178128" y="454983"/>
                </a:lnTo>
                <a:lnTo>
                  <a:pt x="454983" y="454983"/>
                </a:lnTo>
                <a:lnTo>
                  <a:pt x="0" y="0"/>
                </a:lnTo>
                <a:lnTo>
                  <a:pt x="1178128" y="0"/>
                </a:lnTo>
                <a:lnTo>
                  <a:pt x="1796988" y="0"/>
                </a:lnTo>
                <a:lnTo>
                  <a:pt x="2424886" y="0"/>
                </a:lnTo>
                <a:lnTo>
                  <a:pt x="2975116" y="0"/>
                </a:lnTo>
                <a:lnTo>
                  <a:pt x="3603013" y="0"/>
                </a:lnTo>
                <a:lnTo>
                  <a:pt x="4221873" y="0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20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FDEB99B-6E02-4ED0-B6D5-24BAE0756A63}"/>
              </a:ext>
            </a:extLst>
          </p:cNvPr>
          <p:cNvSpPr/>
          <p:nvPr userDrawn="1"/>
        </p:nvSpPr>
        <p:spPr>
          <a:xfrm flipH="1">
            <a:off x="3878167" y="321371"/>
            <a:ext cx="4462811" cy="376019"/>
          </a:xfrm>
          <a:custGeom>
            <a:avLst/>
            <a:gdLst>
              <a:gd name="connsiteX0" fmla="*/ 0 w 5400001"/>
              <a:gd name="connsiteY0" fmla="*/ 0 h 454983"/>
              <a:gd name="connsiteX1" fmla="*/ 1178128 w 5400001"/>
              <a:gd name="connsiteY1" fmla="*/ 0 h 454983"/>
              <a:gd name="connsiteX2" fmla="*/ 1796988 w 5400001"/>
              <a:gd name="connsiteY2" fmla="*/ 0 h 454983"/>
              <a:gd name="connsiteX3" fmla="*/ 2424886 w 5400001"/>
              <a:gd name="connsiteY3" fmla="*/ 0 h 454983"/>
              <a:gd name="connsiteX4" fmla="*/ 2975116 w 5400001"/>
              <a:gd name="connsiteY4" fmla="*/ 0 h 454983"/>
              <a:gd name="connsiteX5" fmla="*/ 3603013 w 5400001"/>
              <a:gd name="connsiteY5" fmla="*/ 0 h 454983"/>
              <a:gd name="connsiteX6" fmla="*/ 4221874 w 5400001"/>
              <a:gd name="connsiteY6" fmla="*/ 0 h 454983"/>
              <a:gd name="connsiteX7" fmla="*/ 5400001 w 5400001"/>
              <a:gd name="connsiteY7" fmla="*/ 0 h 454983"/>
              <a:gd name="connsiteX8" fmla="*/ 4945018 w 5400001"/>
              <a:gd name="connsiteY8" fmla="*/ 454983 h 454983"/>
              <a:gd name="connsiteX9" fmla="*/ 4221874 w 5400001"/>
              <a:gd name="connsiteY9" fmla="*/ 454983 h 454983"/>
              <a:gd name="connsiteX10" fmla="*/ 3148030 w 5400001"/>
              <a:gd name="connsiteY10" fmla="*/ 454983 h 454983"/>
              <a:gd name="connsiteX11" fmla="*/ 2975116 w 5400001"/>
              <a:gd name="connsiteY11" fmla="*/ 454983 h 454983"/>
              <a:gd name="connsiteX12" fmla="*/ 2424886 w 5400001"/>
              <a:gd name="connsiteY12" fmla="*/ 454983 h 454983"/>
              <a:gd name="connsiteX13" fmla="*/ 2251971 w 5400001"/>
              <a:gd name="connsiteY13" fmla="*/ 454983 h 454983"/>
              <a:gd name="connsiteX14" fmla="*/ 1178128 w 5400001"/>
              <a:gd name="connsiteY14" fmla="*/ 454983 h 454983"/>
              <a:gd name="connsiteX15" fmla="*/ 454983 w 5400001"/>
              <a:gd name="connsiteY15" fmla="*/ 454983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400001" h="454983">
                <a:moveTo>
                  <a:pt x="0" y="0"/>
                </a:moveTo>
                <a:lnTo>
                  <a:pt x="1178128" y="0"/>
                </a:lnTo>
                <a:lnTo>
                  <a:pt x="1796988" y="0"/>
                </a:lnTo>
                <a:lnTo>
                  <a:pt x="2424886" y="0"/>
                </a:lnTo>
                <a:lnTo>
                  <a:pt x="2975116" y="0"/>
                </a:lnTo>
                <a:lnTo>
                  <a:pt x="3603013" y="0"/>
                </a:lnTo>
                <a:lnTo>
                  <a:pt x="4221874" y="0"/>
                </a:lnTo>
                <a:lnTo>
                  <a:pt x="5400001" y="0"/>
                </a:lnTo>
                <a:lnTo>
                  <a:pt x="4945018" y="454983"/>
                </a:lnTo>
                <a:lnTo>
                  <a:pt x="4221874" y="454983"/>
                </a:lnTo>
                <a:lnTo>
                  <a:pt x="3148030" y="454983"/>
                </a:lnTo>
                <a:lnTo>
                  <a:pt x="2975116" y="454983"/>
                </a:lnTo>
                <a:lnTo>
                  <a:pt x="2424886" y="454983"/>
                </a:lnTo>
                <a:lnTo>
                  <a:pt x="2251971" y="454983"/>
                </a:lnTo>
                <a:lnTo>
                  <a:pt x="1178128" y="454983"/>
                </a:lnTo>
                <a:lnTo>
                  <a:pt x="454983" y="454983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20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716009F-16D0-4766-9192-055D6806E4F6}"/>
              </a:ext>
            </a:extLst>
          </p:cNvPr>
          <p:cNvSpPr/>
          <p:nvPr userDrawn="1"/>
        </p:nvSpPr>
        <p:spPr>
          <a:xfrm rot="16200000" flipH="1" flipV="1">
            <a:off x="5177764" y="3108565"/>
            <a:ext cx="5950408" cy="376019"/>
          </a:xfrm>
          <a:custGeom>
            <a:avLst/>
            <a:gdLst>
              <a:gd name="connsiteX0" fmla="*/ 7199994 w 7199994"/>
              <a:gd name="connsiteY0" fmla="*/ 0 h 454983"/>
              <a:gd name="connsiteX1" fmla="*/ 5003045 w 7199994"/>
              <a:gd name="connsiteY1" fmla="*/ 0 h 454983"/>
              <a:gd name="connsiteX2" fmla="*/ 4775114 w 7199994"/>
              <a:gd name="connsiteY2" fmla="*/ 0 h 454983"/>
              <a:gd name="connsiteX3" fmla="*/ 4621829 w 7199994"/>
              <a:gd name="connsiteY3" fmla="*/ 0 h 454983"/>
              <a:gd name="connsiteX4" fmla="*/ 2578165 w 7199994"/>
              <a:gd name="connsiteY4" fmla="*/ 0 h 454983"/>
              <a:gd name="connsiteX5" fmla="*/ 2424880 w 7199994"/>
              <a:gd name="connsiteY5" fmla="*/ 0 h 454983"/>
              <a:gd name="connsiteX6" fmla="*/ 2196949 w 7199994"/>
              <a:gd name="connsiteY6" fmla="*/ 0 h 454983"/>
              <a:gd name="connsiteX7" fmla="*/ 0 w 7199994"/>
              <a:gd name="connsiteY7" fmla="*/ 0 h 454983"/>
              <a:gd name="connsiteX8" fmla="*/ 454979 w 7199994"/>
              <a:gd name="connsiteY8" fmla="*/ 454983 h 454983"/>
              <a:gd name="connsiteX9" fmla="*/ 2196949 w 7199994"/>
              <a:gd name="connsiteY9" fmla="*/ 454983 h 454983"/>
              <a:gd name="connsiteX10" fmla="*/ 2424880 w 7199994"/>
              <a:gd name="connsiteY10" fmla="*/ 454983 h 454983"/>
              <a:gd name="connsiteX11" fmla="*/ 3033144 w 7199994"/>
              <a:gd name="connsiteY11" fmla="*/ 454983 h 454983"/>
              <a:gd name="connsiteX12" fmla="*/ 4166850 w 7199994"/>
              <a:gd name="connsiteY12" fmla="*/ 454983 h 454983"/>
              <a:gd name="connsiteX13" fmla="*/ 4775114 w 7199994"/>
              <a:gd name="connsiteY13" fmla="*/ 454983 h 454983"/>
              <a:gd name="connsiteX14" fmla="*/ 5003045 w 7199994"/>
              <a:gd name="connsiteY14" fmla="*/ 454983 h 454983"/>
              <a:gd name="connsiteX15" fmla="*/ 6745015 w 7199994"/>
              <a:gd name="connsiteY15" fmla="*/ 454983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199994" h="454983">
                <a:moveTo>
                  <a:pt x="7199994" y="0"/>
                </a:moveTo>
                <a:lnTo>
                  <a:pt x="5003045" y="0"/>
                </a:lnTo>
                <a:lnTo>
                  <a:pt x="4775114" y="0"/>
                </a:lnTo>
                <a:lnTo>
                  <a:pt x="4621829" y="0"/>
                </a:lnTo>
                <a:lnTo>
                  <a:pt x="2578165" y="0"/>
                </a:lnTo>
                <a:lnTo>
                  <a:pt x="2424880" y="0"/>
                </a:lnTo>
                <a:lnTo>
                  <a:pt x="2196949" y="0"/>
                </a:lnTo>
                <a:lnTo>
                  <a:pt x="0" y="0"/>
                </a:lnTo>
                <a:lnTo>
                  <a:pt x="454979" y="454983"/>
                </a:lnTo>
                <a:lnTo>
                  <a:pt x="2196949" y="454983"/>
                </a:lnTo>
                <a:lnTo>
                  <a:pt x="2424880" y="454983"/>
                </a:lnTo>
                <a:lnTo>
                  <a:pt x="3033144" y="454983"/>
                </a:lnTo>
                <a:lnTo>
                  <a:pt x="4166850" y="454983"/>
                </a:lnTo>
                <a:lnTo>
                  <a:pt x="4775114" y="454983"/>
                </a:lnTo>
                <a:lnTo>
                  <a:pt x="5003045" y="454983"/>
                </a:lnTo>
                <a:lnTo>
                  <a:pt x="6745015" y="454983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20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C398024-49EB-4BE9-8255-0F6D7F854262}"/>
              </a:ext>
            </a:extLst>
          </p:cNvPr>
          <p:cNvSpPr/>
          <p:nvPr userDrawn="1"/>
        </p:nvSpPr>
        <p:spPr>
          <a:xfrm rot="16200000" flipH="1">
            <a:off x="1090974" y="3108564"/>
            <a:ext cx="5950408" cy="376019"/>
          </a:xfrm>
          <a:custGeom>
            <a:avLst/>
            <a:gdLst>
              <a:gd name="connsiteX0" fmla="*/ 6745015 w 7199994"/>
              <a:gd name="connsiteY0" fmla="*/ 454983 h 454983"/>
              <a:gd name="connsiteX1" fmla="*/ 5003045 w 7199994"/>
              <a:gd name="connsiteY1" fmla="*/ 454983 h 454983"/>
              <a:gd name="connsiteX2" fmla="*/ 4775114 w 7199994"/>
              <a:gd name="connsiteY2" fmla="*/ 454983 h 454983"/>
              <a:gd name="connsiteX3" fmla="*/ 4166850 w 7199994"/>
              <a:gd name="connsiteY3" fmla="*/ 454983 h 454983"/>
              <a:gd name="connsiteX4" fmla="*/ 3033144 w 7199994"/>
              <a:gd name="connsiteY4" fmla="*/ 454983 h 454983"/>
              <a:gd name="connsiteX5" fmla="*/ 2424880 w 7199994"/>
              <a:gd name="connsiteY5" fmla="*/ 454983 h 454983"/>
              <a:gd name="connsiteX6" fmla="*/ 2196949 w 7199994"/>
              <a:gd name="connsiteY6" fmla="*/ 454983 h 454983"/>
              <a:gd name="connsiteX7" fmla="*/ 454979 w 7199994"/>
              <a:gd name="connsiteY7" fmla="*/ 454983 h 454983"/>
              <a:gd name="connsiteX8" fmla="*/ 0 w 7199994"/>
              <a:gd name="connsiteY8" fmla="*/ 0 h 454983"/>
              <a:gd name="connsiteX9" fmla="*/ 2196949 w 7199994"/>
              <a:gd name="connsiteY9" fmla="*/ 0 h 454983"/>
              <a:gd name="connsiteX10" fmla="*/ 2424880 w 7199994"/>
              <a:gd name="connsiteY10" fmla="*/ 0 h 454983"/>
              <a:gd name="connsiteX11" fmla="*/ 2578165 w 7199994"/>
              <a:gd name="connsiteY11" fmla="*/ 0 h 454983"/>
              <a:gd name="connsiteX12" fmla="*/ 4621829 w 7199994"/>
              <a:gd name="connsiteY12" fmla="*/ 0 h 454983"/>
              <a:gd name="connsiteX13" fmla="*/ 4775114 w 7199994"/>
              <a:gd name="connsiteY13" fmla="*/ 0 h 454983"/>
              <a:gd name="connsiteX14" fmla="*/ 5003045 w 7199994"/>
              <a:gd name="connsiteY14" fmla="*/ 0 h 454983"/>
              <a:gd name="connsiteX15" fmla="*/ 7199994 w 7199994"/>
              <a:gd name="connsiteY15" fmla="*/ 0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199994" h="454983">
                <a:moveTo>
                  <a:pt x="6745015" y="454983"/>
                </a:moveTo>
                <a:lnTo>
                  <a:pt x="5003045" y="454983"/>
                </a:lnTo>
                <a:lnTo>
                  <a:pt x="4775114" y="454983"/>
                </a:lnTo>
                <a:lnTo>
                  <a:pt x="4166850" y="454983"/>
                </a:lnTo>
                <a:lnTo>
                  <a:pt x="3033144" y="454983"/>
                </a:lnTo>
                <a:lnTo>
                  <a:pt x="2424880" y="454983"/>
                </a:lnTo>
                <a:lnTo>
                  <a:pt x="2196949" y="454983"/>
                </a:lnTo>
                <a:lnTo>
                  <a:pt x="454979" y="454983"/>
                </a:lnTo>
                <a:lnTo>
                  <a:pt x="0" y="0"/>
                </a:lnTo>
                <a:lnTo>
                  <a:pt x="2196949" y="0"/>
                </a:lnTo>
                <a:lnTo>
                  <a:pt x="2424880" y="0"/>
                </a:lnTo>
                <a:lnTo>
                  <a:pt x="2578165" y="0"/>
                </a:lnTo>
                <a:lnTo>
                  <a:pt x="4621829" y="0"/>
                </a:lnTo>
                <a:lnTo>
                  <a:pt x="4775114" y="0"/>
                </a:lnTo>
                <a:lnTo>
                  <a:pt x="5003045" y="0"/>
                </a:lnTo>
                <a:lnTo>
                  <a:pt x="7199994" y="0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20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0105CF2A-ABA4-45D7-A69F-957F4DAF87C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004367" y="1442032"/>
            <a:ext cx="2231407" cy="3709084"/>
          </a:xfrm>
          <a:custGeom>
            <a:avLst/>
            <a:gdLst>
              <a:gd name="connsiteX0" fmla="*/ 0 w 2231407"/>
              <a:gd name="connsiteY0" fmla="*/ 0 h 3709084"/>
              <a:gd name="connsiteX1" fmla="*/ 2231407 w 2231407"/>
              <a:gd name="connsiteY1" fmla="*/ 0 h 3709084"/>
              <a:gd name="connsiteX2" fmla="*/ 2231407 w 2231407"/>
              <a:gd name="connsiteY2" fmla="*/ 3709084 h 3709084"/>
              <a:gd name="connsiteX3" fmla="*/ 0 w 2231407"/>
              <a:gd name="connsiteY3" fmla="*/ 3709084 h 3709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31407" h="3709084">
                <a:moveTo>
                  <a:pt x="0" y="0"/>
                </a:moveTo>
                <a:lnTo>
                  <a:pt x="2231407" y="0"/>
                </a:lnTo>
                <a:lnTo>
                  <a:pt x="2231407" y="3709084"/>
                </a:lnTo>
                <a:lnTo>
                  <a:pt x="0" y="3709084"/>
                </a:lnTo>
                <a:close/>
              </a:path>
            </a:pathLst>
          </a:custGeom>
          <a:solidFill>
            <a:schemeClr val="bg2"/>
          </a:solidFill>
          <a:ln w="190500">
            <a:solidFill>
              <a:schemeClr val="tx1"/>
            </a:solidFill>
            <a:miter lim="800000"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600" i="1"/>
            </a:lvl1pPr>
          </a:lstStyle>
          <a:p>
            <a:r>
              <a:rPr lang="en-US" noProof="0" dirty="0"/>
              <a:t>Drag &amp; Drop or Insert your Image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A1D6E32B-E47F-4C80-968C-6DCCE30A7C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05585" y="795700"/>
            <a:ext cx="2029566" cy="1406947"/>
          </a:xfrm>
        </p:spPr>
        <p:txBody>
          <a:bodyPr anchor="t">
            <a:normAutofit/>
          </a:bodyPr>
          <a:lstStyle>
            <a:lvl1pPr marL="0" indent="0" algn="r">
              <a:buNone/>
              <a:defRPr sz="1600"/>
            </a:lvl1pPr>
          </a:lstStyle>
          <a:p>
            <a:pPr lvl="0"/>
            <a:r>
              <a:rPr lang="en-US" noProof="0"/>
              <a:t>Caption / Credits </a:t>
            </a: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DFCE118F-8EE7-4483-AB35-C2AFD3035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07149"/>
          </a:xfrm>
        </p:spPr>
        <p:txBody>
          <a:bodyPr>
            <a:normAutofit/>
          </a:bodyPr>
          <a:lstStyle>
            <a:lvl1pPr>
              <a:defRPr sz="21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48059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Image Wid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 descr="Frame Shadow Back">
            <a:extLst>
              <a:ext uri="{FF2B5EF4-FFF2-40B4-BE49-F238E27FC236}">
                <a16:creationId xmlns:a16="http://schemas.microsoft.com/office/drawing/2014/main" id="{1370A865-1825-4EB5-BAD9-B7BF6A65BB6F}"/>
              </a:ext>
            </a:extLst>
          </p:cNvPr>
          <p:cNvGrpSpPr/>
          <p:nvPr userDrawn="1"/>
        </p:nvGrpSpPr>
        <p:grpSpPr>
          <a:xfrm>
            <a:off x="453920" y="5318467"/>
            <a:ext cx="11838317" cy="887509"/>
            <a:chOff x="-184150" y="3740828"/>
            <a:chExt cx="13550900" cy="914401"/>
          </a:xfrm>
        </p:grpSpPr>
        <p:sp>
          <p:nvSpPr>
            <p:cNvPr id="23" name="Flowchart: Manual Operation 22">
              <a:extLst>
                <a:ext uri="{FF2B5EF4-FFF2-40B4-BE49-F238E27FC236}">
                  <a16:creationId xmlns:a16="http://schemas.microsoft.com/office/drawing/2014/main" id="{3C737E46-53D0-4AFD-B1DE-550717049609}"/>
                </a:ext>
              </a:extLst>
            </p:cNvPr>
            <p:cNvSpPr/>
            <p:nvPr/>
          </p:nvSpPr>
          <p:spPr>
            <a:xfrm>
              <a:off x="-184150" y="3822700"/>
              <a:ext cx="13550900" cy="832529"/>
            </a:xfrm>
            <a:prstGeom prst="flowChartManualOperation">
              <a:avLst/>
            </a:prstGeom>
            <a:gradFill>
              <a:gsLst>
                <a:gs pos="0">
                  <a:schemeClr val="tx1">
                    <a:alpha val="0"/>
                  </a:schemeClr>
                </a:gs>
                <a:gs pos="100000">
                  <a:schemeClr val="tx1">
                    <a:alpha val="39000"/>
                  </a:schemeClr>
                </a:gs>
              </a:gsLst>
              <a:lin ang="5400000" scaled="1"/>
            </a:gra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5" name="Flowchart: Manual Operation 24">
              <a:extLst>
                <a:ext uri="{FF2B5EF4-FFF2-40B4-BE49-F238E27FC236}">
                  <a16:creationId xmlns:a16="http://schemas.microsoft.com/office/drawing/2014/main" id="{31A97FA5-B7C1-4A63-9DFD-0A32DF8B001B}"/>
                </a:ext>
              </a:extLst>
            </p:cNvPr>
            <p:cNvSpPr/>
            <p:nvPr/>
          </p:nvSpPr>
          <p:spPr>
            <a:xfrm>
              <a:off x="-184150" y="3740828"/>
              <a:ext cx="13550900" cy="832529"/>
            </a:xfrm>
            <a:prstGeom prst="flowChartManualOperation">
              <a:avLst/>
            </a:prstGeom>
            <a:gradFill>
              <a:gsLst>
                <a:gs pos="65000">
                  <a:schemeClr val="tx1">
                    <a:alpha val="0"/>
                  </a:schemeClr>
                </a:gs>
                <a:gs pos="100000">
                  <a:schemeClr val="tx1">
                    <a:alpha val="39000"/>
                  </a:schemeClr>
                </a:gs>
              </a:gsLst>
              <a:lin ang="54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DF0E140A-516F-4CA5-88ED-9BB3022984B8}"/>
              </a:ext>
            </a:extLst>
          </p:cNvPr>
          <p:cNvSpPr>
            <a:spLocks/>
          </p:cNvSpPr>
          <p:nvPr userDrawn="1"/>
        </p:nvSpPr>
        <p:spPr>
          <a:xfrm rot="10800000">
            <a:off x="3228054" y="1182601"/>
            <a:ext cx="6290049" cy="449003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innerShdw blurRad="127000" dist="50800" dir="9180000">
              <a:prstClr val="black">
                <a:alpha val="6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8C22C93-59DF-4FB1-BD0B-CDEBB9DBAD7C}"/>
              </a:ext>
            </a:extLst>
          </p:cNvPr>
          <p:cNvSpPr>
            <a:spLocks/>
          </p:cNvSpPr>
          <p:nvPr userDrawn="1"/>
        </p:nvSpPr>
        <p:spPr>
          <a:xfrm rot="10800000">
            <a:off x="2773083" y="729000"/>
            <a:ext cx="7199994" cy="4536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7883787-89B6-4895-86A4-C45B57BD0B91}"/>
              </a:ext>
            </a:extLst>
          </p:cNvPr>
          <p:cNvSpPr>
            <a:spLocks/>
          </p:cNvSpPr>
          <p:nvPr userDrawn="1"/>
        </p:nvSpPr>
        <p:spPr>
          <a:xfrm rot="10800000">
            <a:off x="2773083" y="5675400"/>
            <a:ext cx="7199994" cy="4536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75D11119-742D-4F5E-A42E-AB6104CAC6D0}"/>
              </a:ext>
            </a:extLst>
          </p:cNvPr>
          <p:cNvSpPr/>
          <p:nvPr userDrawn="1"/>
        </p:nvSpPr>
        <p:spPr>
          <a:xfrm rot="5400000" flipH="1" flipV="1">
            <a:off x="300574" y="3201509"/>
            <a:ext cx="5400001" cy="454983"/>
          </a:xfrm>
          <a:custGeom>
            <a:avLst/>
            <a:gdLst>
              <a:gd name="connsiteX0" fmla="*/ 5400001 w 5400001"/>
              <a:gd name="connsiteY0" fmla="*/ 0 h 454983"/>
              <a:gd name="connsiteX1" fmla="*/ 4945018 w 5400001"/>
              <a:gd name="connsiteY1" fmla="*/ 454983 h 454983"/>
              <a:gd name="connsiteX2" fmla="*/ 4221873 w 5400001"/>
              <a:gd name="connsiteY2" fmla="*/ 454983 h 454983"/>
              <a:gd name="connsiteX3" fmla="*/ 3148030 w 5400001"/>
              <a:gd name="connsiteY3" fmla="*/ 454983 h 454983"/>
              <a:gd name="connsiteX4" fmla="*/ 2975116 w 5400001"/>
              <a:gd name="connsiteY4" fmla="*/ 454983 h 454983"/>
              <a:gd name="connsiteX5" fmla="*/ 2424886 w 5400001"/>
              <a:gd name="connsiteY5" fmla="*/ 454983 h 454983"/>
              <a:gd name="connsiteX6" fmla="*/ 2251971 w 5400001"/>
              <a:gd name="connsiteY6" fmla="*/ 454983 h 454983"/>
              <a:gd name="connsiteX7" fmla="*/ 1178128 w 5400001"/>
              <a:gd name="connsiteY7" fmla="*/ 454983 h 454983"/>
              <a:gd name="connsiteX8" fmla="*/ 454983 w 5400001"/>
              <a:gd name="connsiteY8" fmla="*/ 454983 h 454983"/>
              <a:gd name="connsiteX9" fmla="*/ 0 w 5400001"/>
              <a:gd name="connsiteY9" fmla="*/ 0 h 454983"/>
              <a:gd name="connsiteX10" fmla="*/ 1178128 w 5400001"/>
              <a:gd name="connsiteY10" fmla="*/ 0 h 454983"/>
              <a:gd name="connsiteX11" fmla="*/ 1796988 w 5400001"/>
              <a:gd name="connsiteY11" fmla="*/ 0 h 454983"/>
              <a:gd name="connsiteX12" fmla="*/ 2424886 w 5400001"/>
              <a:gd name="connsiteY12" fmla="*/ 0 h 454983"/>
              <a:gd name="connsiteX13" fmla="*/ 2975116 w 5400001"/>
              <a:gd name="connsiteY13" fmla="*/ 0 h 454983"/>
              <a:gd name="connsiteX14" fmla="*/ 3603013 w 5400001"/>
              <a:gd name="connsiteY14" fmla="*/ 0 h 454983"/>
              <a:gd name="connsiteX15" fmla="*/ 4221873 w 5400001"/>
              <a:gd name="connsiteY15" fmla="*/ 0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400001" h="454983">
                <a:moveTo>
                  <a:pt x="5400001" y="0"/>
                </a:moveTo>
                <a:lnTo>
                  <a:pt x="4945018" y="454983"/>
                </a:lnTo>
                <a:lnTo>
                  <a:pt x="4221873" y="454983"/>
                </a:lnTo>
                <a:lnTo>
                  <a:pt x="3148030" y="454983"/>
                </a:lnTo>
                <a:lnTo>
                  <a:pt x="2975116" y="454983"/>
                </a:lnTo>
                <a:lnTo>
                  <a:pt x="2424886" y="454983"/>
                </a:lnTo>
                <a:lnTo>
                  <a:pt x="2251971" y="454983"/>
                </a:lnTo>
                <a:lnTo>
                  <a:pt x="1178128" y="454983"/>
                </a:lnTo>
                <a:lnTo>
                  <a:pt x="454983" y="454983"/>
                </a:lnTo>
                <a:lnTo>
                  <a:pt x="0" y="0"/>
                </a:lnTo>
                <a:lnTo>
                  <a:pt x="1178128" y="0"/>
                </a:lnTo>
                <a:lnTo>
                  <a:pt x="1796988" y="0"/>
                </a:lnTo>
                <a:lnTo>
                  <a:pt x="2424886" y="0"/>
                </a:lnTo>
                <a:lnTo>
                  <a:pt x="2975116" y="0"/>
                </a:lnTo>
                <a:lnTo>
                  <a:pt x="3603013" y="0"/>
                </a:lnTo>
                <a:lnTo>
                  <a:pt x="4221873" y="0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20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BE44002-944A-471D-B590-493B7690889E}"/>
              </a:ext>
            </a:extLst>
          </p:cNvPr>
          <p:cNvSpPr/>
          <p:nvPr userDrawn="1"/>
        </p:nvSpPr>
        <p:spPr>
          <a:xfrm rot="5400000">
            <a:off x="7045585" y="3201509"/>
            <a:ext cx="5400001" cy="454983"/>
          </a:xfrm>
          <a:custGeom>
            <a:avLst/>
            <a:gdLst>
              <a:gd name="connsiteX0" fmla="*/ 0 w 5400001"/>
              <a:gd name="connsiteY0" fmla="*/ 0 h 454983"/>
              <a:gd name="connsiteX1" fmla="*/ 1178128 w 5400001"/>
              <a:gd name="connsiteY1" fmla="*/ 0 h 454983"/>
              <a:gd name="connsiteX2" fmla="*/ 1796988 w 5400001"/>
              <a:gd name="connsiteY2" fmla="*/ 0 h 454983"/>
              <a:gd name="connsiteX3" fmla="*/ 2424886 w 5400001"/>
              <a:gd name="connsiteY3" fmla="*/ 0 h 454983"/>
              <a:gd name="connsiteX4" fmla="*/ 2975116 w 5400001"/>
              <a:gd name="connsiteY4" fmla="*/ 0 h 454983"/>
              <a:gd name="connsiteX5" fmla="*/ 3603013 w 5400001"/>
              <a:gd name="connsiteY5" fmla="*/ 0 h 454983"/>
              <a:gd name="connsiteX6" fmla="*/ 4221874 w 5400001"/>
              <a:gd name="connsiteY6" fmla="*/ 0 h 454983"/>
              <a:gd name="connsiteX7" fmla="*/ 5400001 w 5400001"/>
              <a:gd name="connsiteY7" fmla="*/ 0 h 454983"/>
              <a:gd name="connsiteX8" fmla="*/ 4945018 w 5400001"/>
              <a:gd name="connsiteY8" fmla="*/ 454983 h 454983"/>
              <a:gd name="connsiteX9" fmla="*/ 4221874 w 5400001"/>
              <a:gd name="connsiteY9" fmla="*/ 454983 h 454983"/>
              <a:gd name="connsiteX10" fmla="*/ 3148030 w 5400001"/>
              <a:gd name="connsiteY10" fmla="*/ 454983 h 454983"/>
              <a:gd name="connsiteX11" fmla="*/ 2975116 w 5400001"/>
              <a:gd name="connsiteY11" fmla="*/ 454983 h 454983"/>
              <a:gd name="connsiteX12" fmla="*/ 2424886 w 5400001"/>
              <a:gd name="connsiteY12" fmla="*/ 454983 h 454983"/>
              <a:gd name="connsiteX13" fmla="*/ 2251971 w 5400001"/>
              <a:gd name="connsiteY13" fmla="*/ 454983 h 454983"/>
              <a:gd name="connsiteX14" fmla="*/ 1178128 w 5400001"/>
              <a:gd name="connsiteY14" fmla="*/ 454983 h 454983"/>
              <a:gd name="connsiteX15" fmla="*/ 454983 w 5400001"/>
              <a:gd name="connsiteY15" fmla="*/ 454983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400001" h="454983">
                <a:moveTo>
                  <a:pt x="0" y="0"/>
                </a:moveTo>
                <a:lnTo>
                  <a:pt x="1178128" y="0"/>
                </a:lnTo>
                <a:lnTo>
                  <a:pt x="1796988" y="0"/>
                </a:lnTo>
                <a:lnTo>
                  <a:pt x="2424886" y="0"/>
                </a:lnTo>
                <a:lnTo>
                  <a:pt x="2975116" y="0"/>
                </a:lnTo>
                <a:lnTo>
                  <a:pt x="3603013" y="0"/>
                </a:lnTo>
                <a:lnTo>
                  <a:pt x="4221874" y="0"/>
                </a:lnTo>
                <a:lnTo>
                  <a:pt x="5400001" y="0"/>
                </a:lnTo>
                <a:lnTo>
                  <a:pt x="4945018" y="454983"/>
                </a:lnTo>
                <a:lnTo>
                  <a:pt x="4221874" y="454983"/>
                </a:lnTo>
                <a:lnTo>
                  <a:pt x="3148030" y="454983"/>
                </a:lnTo>
                <a:lnTo>
                  <a:pt x="2975116" y="454983"/>
                </a:lnTo>
                <a:lnTo>
                  <a:pt x="2424886" y="454983"/>
                </a:lnTo>
                <a:lnTo>
                  <a:pt x="2251971" y="454983"/>
                </a:lnTo>
                <a:lnTo>
                  <a:pt x="1178128" y="454983"/>
                </a:lnTo>
                <a:lnTo>
                  <a:pt x="454983" y="454983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20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9FCD47D1-AEA6-4D74-AEE2-456D52615CCB}"/>
              </a:ext>
            </a:extLst>
          </p:cNvPr>
          <p:cNvSpPr/>
          <p:nvPr userDrawn="1"/>
        </p:nvSpPr>
        <p:spPr>
          <a:xfrm rot="10800000" flipV="1">
            <a:off x="2773083" y="729001"/>
            <a:ext cx="7199994" cy="454983"/>
          </a:xfrm>
          <a:custGeom>
            <a:avLst/>
            <a:gdLst>
              <a:gd name="connsiteX0" fmla="*/ 7199994 w 7199994"/>
              <a:gd name="connsiteY0" fmla="*/ 0 h 454983"/>
              <a:gd name="connsiteX1" fmla="*/ 5003045 w 7199994"/>
              <a:gd name="connsiteY1" fmla="*/ 0 h 454983"/>
              <a:gd name="connsiteX2" fmla="*/ 4775114 w 7199994"/>
              <a:gd name="connsiteY2" fmla="*/ 0 h 454983"/>
              <a:gd name="connsiteX3" fmla="*/ 4621829 w 7199994"/>
              <a:gd name="connsiteY3" fmla="*/ 0 h 454983"/>
              <a:gd name="connsiteX4" fmla="*/ 2578165 w 7199994"/>
              <a:gd name="connsiteY4" fmla="*/ 0 h 454983"/>
              <a:gd name="connsiteX5" fmla="*/ 2424880 w 7199994"/>
              <a:gd name="connsiteY5" fmla="*/ 0 h 454983"/>
              <a:gd name="connsiteX6" fmla="*/ 2196949 w 7199994"/>
              <a:gd name="connsiteY6" fmla="*/ 0 h 454983"/>
              <a:gd name="connsiteX7" fmla="*/ 0 w 7199994"/>
              <a:gd name="connsiteY7" fmla="*/ 0 h 454983"/>
              <a:gd name="connsiteX8" fmla="*/ 454979 w 7199994"/>
              <a:gd name="connsiteY8" fmla="*/ 454983 h 454983"/>
              <a:gd name="connsiteX9" fmla="*/ 2196949 w 7199994"/>
              <a:gd name="connsiteY9" fmla="*/ 454983 h 454983"/>
              <a:gd name="connsiteX10" fmla="*/ 2424880 w 7199994"/>
              <a:gd name="connsiteY10" fmla="*/ 454983 h 454983"/>
              <a:gd name="connsiteX11" fmla="*/ 3033144 w 7199994"/>
              <a:gd name="connsiteY11" fmla="*/ 454983 h 454983"/>
              <a:gd name="connsiteX12" fmla="*/ 4166850 w 7199994"/>
              <a:gd name="connsiteY12" fmla="*/ 454983 h 454983"/>
              <a:gd name="connsiteX13" fmla="*/ 4775114 w 7199994"/>
              <a:gd name="connsiteY13" fmla="*/ 454983 h 454983"/>
              <a:gd name="connsiteX14" fmla="*/ 5003045 w 7199994"/>
              <a:gd name="connsiteY14" fmla="*/ 454983 h 454983"/>
              <a:gd name="connsiteX15" fmla="*/ 6745015 w 7199994"/>
              <a:gd name="connsiteY15" fmla="*/ 454983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199994" h="454983">
                <a:moveTo>
                  <a:pt x="7199994" y="0"/>
                </a:moveTo>
                <a:lnTo>
                  <a:pt x="5003045" y="0"/>
                </a:lnTo>
                <a:lnTo>
                  <a:pt x="4775114" y="0"/>
                </a:lnTo>
                <a:lnTo>
                  <a:pt x="4621829" y="0"/>
                </a:lnTo>
                <a:lnTo>
                  <a:pt x="2578165" y="0"/>
                </a:lnTo>
                <a:lnTo>
                  <a:pt x="2424880" y="0"/>
                </a:lnTo>
                <a:lnTo>
                  <a:pt x="2196949" y="0"/>
                </a:lnTo>
                <a:lnTo>
                  <a:pt x="0" y="0"/>
                </a:lnTo>
                <a:lnTo>
                  <a:pt x="454979" y="454983"/>
                </a:lnTo>
                <a:lnTo>
                  <a:pt x="2196949" y="454983"/>
                </a:lnTo>
                <a:lnTo>
                  <a:pt x="2424880" y="454983"/>
                </a:lnTo>
                <a:lnTo>
                  <a:pt x="3033144" y="454983"/>
                </a:lnTo>
                <a:lnTo>
                  <a:pt x="4166850" y="454983"/>
                </a:lnTo>
                <a:lnTo>
                  <a:pt x="4775114" y="454983"/>
                </a:lnTo>
                <a:lnTo>
                  <a:pt x="5003045" y="454983"/>
                </a:lnTo>
                <a:lnTo>
                  <a:pt x="6745015" y="454983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20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5ECF369B-D5BA-448E-87FF-37481AE2EA5E}"/>
              </a:ext>
            </a:extLst>
          </p:cNvPr>
          <p:cNvSpPr/>
          <p:nvPr userDrawn="1"/>
        </p:nvSpPr>
        <p:spPr>
          <a:xfrm rot="10800000">
            <a:off x="2773083" y="5674017"/>
            <a:ext cx="7199994" cy="454983"/>
          </a:xfrm>
          <a:custGeom>
            <a:avLst/>
            <a:gdLst>
              <a:gd name="connsiteX0" fmla="*/ 6745015 w 7199994"/>
              <a:gd name="connsiteY0" fmla="*/ 454983 h 454983"/>
              <a:gd name="connsiteX1" fmla="*/ 5003045 w 7199994"/>
              <a:gd name="connsiteY1" fmla="*/ 454983 h 454983"/>
              <a:gd name="connsiteX2" fmla="*/ 4775114 w 7199994"/>
              <a:gd name="connsiteY2" fmla="*/ 454983 h 454983"/>
              <a:gd name="connsiteX3" fmla="*/ 4166850 w 7199994"/>
              <a:gd name="connsiteY3" fmla="*/ 454983 h 454983"/>
              <a:gd name="connsiteX4" fmla="*/ 3033144 w 7199994"/>
              <a:gd name="connsiteY4" fmla="*/ 454983 h 454983"/>
              <a:gd name="connsiteX5" fmla="*/ 2424880 w 7199994"/>
              <a:gd name="connsiteY5" fmla="*/ 454983 h 454983"/>
              <a:gd name="connsiteX6" fmla="*/ 2196949 w 7199994"/>
              <a:gd name="connsiteY6" fmla="*/ 454983 h 454983"/>
              <a:gd name="connsiteX7" fmla="*/ 454979 w 7199994"/>
              <a:gd name="connsiteY7" fmla="*/ 454983 h 454983"/>
              <a:gd name="connsiteX8" fmla="*/ 0 w 7199994"/>
              <a:gd name="connsiteY8" fmla="*/ 0 h 454983"/>
              <a:gd name="connsiteX9" fmla="*/ 2196949 w 7199994"/>
              <a:gd name="connsiteY9" fmla="*/ 0 h 454983"/>
              <a:gd name="connsiteX10" fmla="*/ 2424880 w 7199994"/>
              <a:gd name="connsiteY10" fmla="*/ 0 h 454983"/>
              <a:gd name="connsiteX11" fmla="*/ 2578165 w 7199994"/>
              <a:gd name="connsiteY11" fmla="*/ 0 h 454983"/>
              <a:gd name="connsiteX12" fmla="*/ 4621829 w 7199994"/>
              <a:gd name="connsiteY12" fmla="*/ 0 h 454983"/>
              <a:gd name="connsiteX13" fmla="*/ 4775114 w 7199994"/>
              <a:gd name="connsiteY13" fmla="*/ 0 h 454983"/>
              <a:gd name="connsiteX14" fmla="*/ 5003045 w 7199994"/>
              <a:gd name="connsiteY14" fmla="*/ 0 h 454983"/>
              <a:gd name="connsiteX15" fmla="*/ 7199994 w 7199994"/>
              <a:gd name="connsiteY15" fmla="*/ 0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199994" h="454983">
                <a:moveTo>
                  <a:pt x="6745015" y="454983"/>
                </a:moveTo>
                <a:lnTo>
                  <a:pt x="5003045" y="454983"/>
                </a:lnTo>
                <a:lnTo>
                  <a:pt x="4775114" y="454983"/>
                </a:lnTo>
                <a:lnTo>
                  <a:pt x="4166850" y="454983"/>
                </a:lnTo>
                <a:lnTo>
                  <a:pt x="3033144" y="454983"/>
                </a:lnTo>
                <a:lnTo>
                  <a:pt x="2424880" y="454983"/>
                </a:lnTo>
                <a:lnTo>
                  <a:pt x="2196949" y="454983"/>
                </a:lnTo>
                <a:lnTo>
                  <a:pt x="454979" y="454983"/>
                </a:lnTo>
                <a:lnTo>
                  <a:pt x="0" y="0"/>
                </a:lnTo>
                <a:lnTo>
                  <a:pt x="2196949" y="0"/>
                </a:lnTo>
                <a:lnTo>
                  <a:pt x="2424880" y="0"/>
                </a:lnTo>
                <a:lnTo>
                  <a:pt x="2578165" y="0"/>
                </a:lnTo>
                <a:lnTo>
                  <a:pt x="4621829" y="0"/>
                </a:lnTo>
                <a:lnTo>
                  <a:pt x="4775114" y="0"/>
                </a:lnTo>
                <a:lnTo>
                  <a:pt x="5003045" y="0"/>
                </a:lnTo>
                <a:lnTo>
                  <a:pt x="7199994" y="0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20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Rectangle: Rounded Corners 33" descr="Frame Shadow Front">
            <a:extLst>
              <a:ext uri="{FF2B5EF4-FFF2-40B4-BE49-F238E27FC236}">
                <a16:creationId xmlns:a16="http://schemas.microsoft.com/office/drawing/2014/main" id="{84920F4E-8EC7-4769-896F-89EAD8207D4F}"/>
              </a:ext>
            </a:extLst>
          </p:cNvPr>
          <p:cNvSpPr/>
          <p:nvPr userDrawn="1"/>
        </p:nvSpPr>
        <p:spPr>
          <a:xfrm>
            <a:off x="1327349" y="5950170"/>
            <a:ext cx="9765030" cy="756844"/>
          </a:xfrm>
          <a:prstGeom prst="roundRect">
            <a:avLst>
              <a:gd name="adj" fmla="val 50000"/>
            </a:avLst>
          </a:prstGeom>
          <a:solidFill>
            <a:schemeClr val="tx1">
              <a:alpha val="16000"/>
            </a:schemeClr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BAD2D318-BFEE-4612-AED6-480A167D1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680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CE6828A2-5B7A-4F4C-B64E-9EAE39FF46E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129084" y="2066299"/>
            <a:ext cx="4487992" cy="2700002"/>
          </a:xfrm>
          <a:custGeom>
            <a:avLst/>
            <a:gdLst>
              <a:gd name="connsiteX0" fmla="*/ 0 w 4487992"/>
              <a:gd name="connsiteY0" fmla="*/ 0 h 2700002"/>
              <a:gd name="connsiteX1" fmla="*/ 4487992 w 4487992"/>
              <a:gd name="connsiteY1" fmla="*/ 0 h 2700002"/>
              <a:gd name="connsiteX2" fmla="*/ 4487992 w 4487992"/>
              <a:gd name="connsiteY2" fmla="*/ 2700002 h 2700002"/>
              <a:gd name="connsiteX3" fmla="*/ 0 w 4487992"/>
              <a:gd name="connsiteY3" fmla="*/ 2700002 h 2700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87992" h="2700002">
                <a:moveTo>
                  <a:pt x="0" y="0"/>
                </a:moveTo>
                <a:lnTo>
                  <a:pt x="4487992" y="0"/>
                </a:lnTo>
                <a:lnTo>
                  <a:pt x="4487992" y="2700002"/>
                </a:lnTo>
                <a:lnTo>
                  <a:pt x="0" y="2700002"/>
                </a:lnTo>
                <a:close/>
              </a:path>
            </a:pathLst>
          </a:custGeom>
          <a:solidFill>
            <a:schemeClr val="bg2"/>
          </a:solidFill>
          <a:ln w="190500">
            <a:solidFill>
              <a:schemeClr val="tx1"/>
            </a:solidFill>
            <a:miter lim="800000"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600" i="1"/>
            </a:lvl1pPr>
          </a:lstStyle>
          <a:p>
            <a:r>
              <a:rPr lang="en-US" noProof="0" dirty="0"/>
              <a:t>Drag &amp; Drop or Insert your Image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0FF609-7CC7-49DF-AB73-8A95AB582E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4331" y="728999"/>
            <a:ext cx="2029566" cy="1406947"/>
          </a:xfrm>
        </p:spPr>
        <p:txBody>
          <a:bodyPr anchor="t">
            <a:normAutofit/>
          </a:bodyPr>
          <a:lstStyle>
            <a:lvl1pPr marL="0" indent="0" algn="r">
              <a:buNone/>
              <a:defRPr sz="1600"/>
            </a:lvl1pPr>
          </a:lstStyle>
          <a:p>
            <a:pPr lvl="0"/>
            <a:r>
              <a:rPr lang="en-US" noProof="0"/>
              <a:t>Caption / Credits </a:t>
            </a:r>
          </a:p>
        </p:txBody>
      </p:sp>
    </p:spTree>
    <p:extLst>
      <p:ext uri="{BB962C8B-B14F-4D97-AF65-F5344CB8AC3E}">
        <p14:creationId xmlns:p14="http://schemas.microsoft.com/office/powerpoint/2010/main" val="852692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X Images Option 1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E66AF765-AE4F-4691-8E10-B2C02FFC574D}"/>
              </a:ext>
            </a:extLst>
          </p:cNvPr>
          <p:cNvGrpSpPr/>
          <p:nvPr userDrawn="1"/>
        </p:nvGrpSpPr>
        <p:grpSpPr>
          <a:xfrm>
            <a:off x="-437324" y="459403"/>
            <a:ext cx="6722734" cy="5483705"/>
            <a:chOff x="2398496" y="321369"/>
            <a:chExt cx="7395005" cy="6032074"/>
          </a:xfrm>
          <a:scene3d>
            <a:camera prst="perspectiveContrastingRightFacing"/>
            <a:lightRig rig="threePt" dir="t"/>
          </a:scene3d>
        </p:grpSpPr>
        <p:grpSp>
          <p:nvGrpSpPr>
            <p:cNvPr id="33" name="Group 32" descr="Frame Shadow Back">
              <a:extLst>
                <a:ext uri="{FF2B5EF4-FFF2-40B4-BE49-F238E27FC236}">
                  <a16:creationId xmlns:a16="http://schemas.microsoft.com/office/drawing/2014/main" id="{132BEBE5-CDAC-431A-8A08-A5FCEBD78921}"/>
                </a:ext>
              </a:extLst>
            </p:cNvPr>
            <p:cNvGrpSpPr/>
            <p:nvPr/>
          </p:nvGrpSpPr>
          <p:grpSpPr>
            <a:xfrm>
              <a:off x="2398496" y="5465933"/>
              <a:ext cx="7395005" cy="887510"/>
              <a:chOff x="-184150" y="3740828"/>
              <a:chExt cx="13550900" cy="914401"/>
            </a:xfrm>
          </p:grpSpPr>
          <p:sp>
            <p:nvSpPr>
              <p:cNvPr id="50" name="Flowchart: Manual Operation 49">
                <a:extLst>
                  <a:ext uri="{FF2B5EF4-FFF2-40B4-BE49-F238E27FC236}">
                    <a16:creationId xmlns:a16="http://schemas.microsoft.com/office/drawing/2014/main" id="{E4134685-BF4E-45A6-A112-F7373A0DBE89}"/>
                  </a:ext>
                </a:extLst>
              </p:cNvPr>
              <p:cNvSpPr/>
              <p:nvPr/>
            </p:nvSpPr>
            <p:spPr>
              <a:xfrm>
                <a:off x="-184150" y="3822700"/>
                <a:ext cx="13550900" cy="832529"/>
              </a:xfrm>
              <a:prstGeom prst="flowChartManualOperation">
                <a:avLst/>
              </a:prstGeom>
              <a:gradFill>
                <a:gsLst>
                  <a:gs pos="0">
                    <a:schemeClr val="tx1">
                      <a:alpha val="0"/>
                    </a:schemeClr>
                  </a:gs>
                  <a:gs pos="100000">
                    <a:schemeClr val="tx1">
                      <a:alpha val="39000"/>
                    </a:schemeClr>
                  </a:gs>
                </a:gsLst>
                <a:lin ang="5400000" scaled="1"/>
              </a:gradFill>
              <a:ln>
                <a:noFill/>
              </a:ln>
              <a:effectLst>
                <a:softEdge rad="127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51" name="Flowchart: Manual Operation 50">
                <a:extLst>
                  <a:ext uri="{FF2B5EF4-FFF2-40B4-BE49-F238E27FC236}">
                    <a16:creationId xmlns:a16="http://schemas.microsoft.com/office/drawing/2014/main" id="{D1EFAC39-D60F-4F84-B6F2-DA8E94BE6358}"/>
                  </a:ext>
                </a:extLst>
              </p:cNvPr>
              <p:cNvSpPr/>
              <p:nvPr/>
            </p:nvSpPr>
            <p:spPr>
              <a:xfrm>
                <a:off x="-184150" y="3740828"/>
                <a:ext cx="13550900" cy="832529"/>
              </a:xfrm>
              <a:prstGeom prst="flowChartManualOperation">
                <a:avLst/>
              </a:prstGeom>
              <a:gradFill>
                <a:gsLst>
                  <a:gs pos="65000">
                    <a:schemeClr val="tx1">
                      <a:alpha val="0"/>
                    </a:schemeClr>
                  </a:gs>
                  <a:gs pos="100000">
                    <a:schemeClr val="tx1">
                      <a:alpha val="39000"/>
                    </a:schemeClr>
                  </a:gs>
                </a:gsLst>
                <a:lin ang="5400000" scaled="1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DA9C90E3-9DEF-4C68-9D96-C2EA01ED062B}"/>
                </a:ext>
              </a:extLst>
            </p:cNvPr>
            <p:cNvSpPr>
              <a:spLocks/>
            </p:cNvSpPr>
            <p:nvPr/>
          </p:nvSpPr>
          <p:spPr>
            <a:xfrm rot="16200000" flipH="1">
              <a:off x="3511523" y="1441191"/>
              <a:ext cx="5198386" cy="37107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innerShdw blurRad="127000" dist="50800" dir="9180000">
                <a:prstClr val="black">
                  <a:alpha val="6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CD60DFF3-1B0E-49CE-B877-162680187EAB}"/>
                </a:ext>
              </a:extLst>
            </p:cNvPr>
            <p:cNvSpPr>
              <a:spLocks/>
            </p:cNvSpPr>
            <p:nvPr/>
          </p:nvSpPr>
          <p:spPr>
            <a:xfrm rot="16200000" flipH="1">
              <a:off x="5178335" y="3109136"/>
              <a:ext cx="5950408" cy="37487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637D9B6D-42A1-482B-AEF4-EB321FB9530A}"/>
                </a:ext>
              </a:extLst>
            </p:cNvPr>
            <p:cNvSpPr>
              <a:spLocks/>
            </p:cNvSpPr>
            <p:nvPr/>
          </p:nvSpPr>
          <p:spPr>
            <a:xfrm rot="16200000" flipH="1">
              <a:off x="1090403" y="3109136"/>
              <a:ext cx="5950408" cy="37487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F1BD97AF-A8BC-4FEC-838F-4A2D0CD82E8A}"/>
                </a:ext>
              </a:extLst>
            </p:cNvPr>
            <p:cNvSpPr/>
            <p:nvPr userDrawn="1"/>
          </p:nvSpPr>
          <p:spPr>
            <a:xfrm flipV="1">
              <a:off x="3878168" y="5895760"/>
              <a:ext cx="4462810" cy="376020"/>
            </a:xfrm>
            <a:custGeom>
              <a:avLst/>
              <a:gdLst>
                <a:gd name="connsiteX0" fmla="*/ 5400001 w 5400001"/>
                <a:gd name="connsiteY0" fmla="*/ 0 h 454983"/>
                <a:gd name="connsiteX1" fmla="*/ 4945018 w 5400001"/>
                <a:gd name="connsiteY1" fmla="*/ 454983 h 454983"/>
                <a:gd name="connsiteX2" fmla="*/ 4221873 w 5400001"/>
                <a:gd name="connsiteY2" fmla="*/ 454983 h 454983"/>
                <a:gd name="connsiteX3" fmla="*/ 3148030 w 5400001"/>
                <a:gd name="connsiteY3" fmla="*/ 454983 h 454983"/>
                <a:gd name="connsiteX4" fmla="*/ 2975116 w 5400001"/>
                <a:gd name="connsiteY4" fmla="*/ 454983 h 454983"/>
                <a:gd name="connsiteX5" fmla="*/ 2424886 w 5400001"/>
                <a:gd name="connsiteY5" fmla="*/ 454983 h 454983"/>
                <a:gd name="connsiteX6" fmla="*/ 2251971 w 5400001"/>
                <a:gd name="connsiteY6" fmla="*/ 454983 h 454983"/>
                <a:gd name="connsiteX7" fmla="*/ 1178128 w 5400001"/>
                <a:gd name="connsiteY7" fmla="*/ 454983 h 454983"/>
                <a:gd name="connsiteX8" fmla="*/ 454983 w 5400001"/>
                <a:gd name="connsiteY8" fmla="*/ 454983 h 454983"/>
                <a:gd name="connsiteX9" fmla="*/ 0 w 5400001"/>
                <a:gd name="connsiteY9" fmla="*/ 0 h 454983"/>
                <a:gd name="connsiteX10" fmla="*/ 1178128 w 5400001"/>
                <a:gd name="connsiteY10" fmla="*/ 0 h 454983"/>
                <a:gd name="connsiteX11" fmla="*/ 1796988 w 5400001"/>
                <a:gd name="connsiteY11" fmla="*/ 0 h 454983"/>
                <a:gd name="connsiteX12" fmla="*/ 2424886 w 5400001"/>
                <a:gd name="connsiteY12" fmla="*/ 0 h 454983"/>
                <a:gd name="connsiteX13" fmla="*/ 2975116 w 5400001"/>
                <a:gd name="connsiteY13" fmla="*/ 0 h 454983"/>
                <a:gd name="connsiteX14" fmla="*/ 3603013 w 5400001"/>
                <a:gd name="connsiteY14" fmla="*/ 0 h 454983"/>
                <a:gd name="connsiteX15" fmla="*/ 4221873 w 5400001"/>
                <a:gd name="connsiteY15" fmla="*/ 0 h 45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400001" h="454983">
                  <a:moveTo>
                    <a:pt x="5400001" y="0"/>
                  </a:moveTo>
                  <a:lnTo>
                    <a:pt x="4945018" y="454983"/>
                  </a:lnTo>
                  <a:lnTo>
                    <a:pt x="4221873" y="454983"/>
                  </a:lnTo>
                  <a:lnTo>
                    <a:pt x="3148030" y="454983"/>
                  </a:lnTo>
                  <a:lnTo>
                    <a:pt x="2975116" y="454983"/>
                  </a:lnTo>
                  <a:lnTo>
                    <a:pt x="2424886" y="454983"/>
                  </a:lnTo>
                  <a:lnTo>
                    <a:pt x="2251971" y="454983"/>
                  </a:lnTo>
                  <a:lnTo>
                    <a:pt x="1178128" y="454983"/>
                  </a:lnTo>
                  <a:lnTo>
                    <a:pt x="454983" y="454983"/>
                  </a:lnTo>
                  <a:lnTo>
                    <a:pt x="0" y="0"/>
                  </a:lnTo>
                  <a:lnTo>
                    <a:pt x="1178128" y="0"/>
                  </a:lnTo>
                  <a:lnTo>
                    <a:pt x="1796988" y="0"/>
                  </a:lnTo>
                  <a:lnTo>
                    <a:pt x="2424886" y="0"/>
                  </a:lnTo>
                  <a:lnTo>
                    <a:pt x="2975116" y="0"/>
                  </a:lnTo>
                  <a:lnTo>
                    <a:pt x="3603013" y="0"/>
                  </a:lnTo>
                  <a:lnTo>
                    <a:pt x="4221873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5000"/>
                    <a:lumOff val="95000"/>
                  </a:schemeClr>
                </a:gs>
                <a:gs pos="20000">
                  <a:schemeClr val="accent3">
                    <a:lumMod val="45000"/>
                    <a:lumOff val="55000"/>
                  </a:schemeClr>
                </a:gs>
                <a:gs pos="100000">
                  <a:schemeClr val="accent3">
                    <a:lumMod val="30000"/>
                    <a:lumOff val="70000"/>
                  </a:schemeClr>
                </a:gs>
              </a:gsLst>
              <a:lin ang="16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2EAD2845-5E15-4CDB-8B8B-F3B6ED301CB6}"/>
                </a:ext>
              </a:extLst>
            </p:cNvPr>
            <p:cNvSpPr/>
            <p:nvPr userDrawn="1"/>
          </p:nvSpPr>
          <p:spPr>
            <a:xfrm flipH="1">
              <a:off x="3878167" y="321371"/>
              <a:ext cx="4462810" cy="376020"/>
            </a:xfrm>
            <a:custGeom>
              <a:avLst/>
              <a:gdLst>
                <a:gd name="connsiteX0" fmla="*/ 0 w 5400001"/>
                <a:gd name="connsiteY0" fmla="*/ 0 h 454983"/>
                <a:gd name="connsiteX1" fmla="*/ 1178128 w 5400001"/>
                <a:gd name="connsiteY1" fmla="*/ 0 h 454983"/>
                <a:gd name="connsiteX2" fmla="*/ 1796988 w 5400001"/>
                <a:gd name="connsiteY2" fmla="*/ 0 h 454983"/>
                <a:gd name="connsiteX3" fmla="*/ 2424886 w 5400001"/>
                <a:gd name="connsiteY3" fmla="*/ 0 h 454983"/>
                <a:gd name="connsiteX4" fmla="*/ 2975116 w 5400001"/>
                <a:gd name="connsiteY4" fmla="*/ 0 h 454983"/>
                <a:gd name="connsiteX5" fmla="*/ 3603013 w 5400001"/>
                <a:gd name="connsiteY5" fmla="*/ 0 h 454983"/>
                <a:gd name="connsiteX6" fmla="*/ 4221874 w 5400001"/>
                <a:gd name="connsiteY6" fmla="*/ 0 h 454983"/>
                <a:gd name="connsiteX7" fmla="*/ 5400001 w 5400001"/>
                <a:gd name="connsiteY7" fmla="*/ 0 h 454983"/>
                <a:gd name="connsiteX8" fmla="*/ 4945018 w 5400001"/>
                <a:gd name="connsiteY8" fmla="*/ 454983 h 454983"/>
                <a:gd name="connsiteX9" fmla="*/ 4221874 w 5400001"/>
                <a:gd name="connsiteY9" fmla="*/ 454983 h 454983"/>
                <a:gd name="connsiteX10" fmla="*/ 3148030 w 5400001"/>
                <a:gd name="connsiteY10" fmla="*/ 454983 h 454983"/>
                <a:gd name="connsiteX11" fmla="*/ 2975116 w 5400001"/>
                <a:gd name="connsiteY11" fmla="*/ 454983 h 454983"/>
                <a:gd name="connsiteX12" fmla="*/ 2424886 w 5400001"/>
                <a:gd name="connsiteY12" fmla="*/ 454983 h 454983"/>
                <a:gd name="connsiteX13" fmla="*/ 2251971 w 5400001"/>
                <a:gd name="connsiteY13" fmla="*/ 454983 h 454983"/>
                <a:gd name="connsiteX14" fmla="*/ 1178128 w 5400001"/>
                <a:gd name="connsiteY14" fmla="*/ 454983 h 454983"/>
                <a:gd name="connsiteX15" fmla="*/ 454983 w 5400001"/>
                <a:gd name="connsiteY15" fmla="*/ 454983 h 45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400001" h="454983">
                  <a:moveTo>
                    <a:pt x="0" y="0"/>
                  </a:moveTo>
                  <a:lnTo>
                    <a:pt x="1178128" y="0"/>
                  </a:lnTo>
                  <a:lnTo>
                    <a:pt x="1796988" y="0"/>
                  </a:lnTo>
                  <a:lnTo>
                    <a:pt x="2424886" y="0"/>
                  </a:lnTo>
                  <a:lnTo>
                    <a:pt x="2975116" y="0"/>
                  </a:lnTo>
                  <a:lnTo>
                    <a:pt x="3603013" y="0"/>
                  </a:lnTo>
                  <a:lnTo>
                    <a:pt x="4221874" y="0"/>
                  </a:lnTo>
                  <a:lnTo>
                    <a:pt x="5400001" y="0"/>
                  </a:lnTo>
                  <a:lnTo>
                    <a:pt x="4945018" y="454983"/>
                  </a:lnTo>
                  <a:lnTo>
                    <a:pt x="4221874" y="454983"/>
                  </a:lnTo>
                  <a:lnTo>
                    <a:pt x="3148030" y="454983"/>
                  </a:lnTo>
                  <a:lnTo>
                    <a:pt x="2975116" y="454983"/>
                  </a:lnTo>
                  <a:lnTo>
                    <a:pt x="2424886" y="454983"/>
                  </a:lnTo>
                  <a:lnTo>
                    <a:pt x="2251971" y="454983"/>
                  </a:lnTo>
                  <a:lnTo>
                    <a:pt x="1178128" y="454983"/>
                  </a:lnTo>
                  <a:lnTo>
                    <a:pt x="454983" y="454983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5000"/>
                    <a:lumOff val="95000"/>
                  </a:schemeClr>
                </a:gs>
                <a:gs pos="20000">
                  <a:schemeClr val="accent3">
                    <a:lumMod val="45000"/>
                    <a:lumOff val="55000"/>
                  </a:schemeClr>
                </a:gs>
                <a:gs pos="100000">
                  <a:schemeClr val="accent3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95AF946A-60DD-429E-97E7-4E2DC9B6F3E0}"/>
                </a:ext>
              </a:extLst>
            </p:cNvPr>
            <p:cNvSpPr/>
            <p:nvPr userDrawn="1"/>
          </p:nvSpPr>
          <p:spPr>
            <a:xfrm rot="16200000" flipH="1" flipV="1">
              <a:off x="5177763" y="3108565"/>
              <a:ext cx="5950408" cy="376018"/>
            </a:xfrm>
            <a:custGeom>
              <a:avLst/>
              <a:gdLst>
                <a:gd name="connsiteX0" fmla="*/ 7199994 w 7199994"/>
                <a:gd name="connsiteY0" fmla="*/ 0 h 454983"/>
                <a:gd name="connsiteX1" fmla="*/ 5003045 w 7199994"/>
                <a:gd name="connsiteY1" fmla="*/ 0 h 454983"/>
                <a:gd name="connsiteX2" fmla="*/ 4775114 w 7199994"/>
                <a:gd name="connsiteY2" fmla="*/ 0 h 454983"/>
                <a:gd name="connsiteX3" fmla="*/ 4621829 w 7199994"/>
                <a:gd name="connsiteY3" fmla="*/ 0 h 454983"/>
                <a:gd name="connsiteX4" fmla="*/ 2578165 w 7199994"/>
                <a:gd name="connsiteY4" fmla="*/ 0 h 454983"/>
                <a:gd name="connsiteX5" fmla="*/ 2424880 w 7199994"/>
                <a:gd name="connsiteY5" fmla="*/ 0 h 454983"/>
                <a:gd name="connsiteX6" fmla="*/ 2196949 w 7199994"/>
                <a:gd name="connsiteY6" fmla="*/ 0 h 454983"/>
                <a:gd name="connsiteX7" fmla="*/ 0 w 7199994"/>
                <a:gd name="connsiteY7" fmla="*/ 0 h 454983"/>
                <a:gd name="connsiteX8" fmla="*/ 454979 w 7199994"/>
                <a:gd name="connsiteY8" fmla="*/ 454983 h 454983"/>
                <a:gd name="connsiteX9" fmla="*/ 2196949 w 7199994"/>
                <a:gd name="connsiteY9" fmla="*/ 454983 h 454983"/>
                <a:gd name="connsiteX10" fmla="*/ 2424880 w 7199994"/>
                <a:gd name="connsiteY10" fmla="*/ 454983 h 454983"/>
                <a:gd name="connsiteX11" fmla="*/ 3033144 w 7199994"/>
                <a:gd name="connsiteY11" fmla="*/ 454983 h 454983"/>
                <a:gd name="connsiteX12" fmla="*/ 4166850 w 7199994"/>
                <a:gd name="connsiteY12" fmla="*/ 454983 h 454983"/>
                <a:gd name="connsiteX13" fmla="*/ 4775114 w 7199994"/>
                <a:gd name="connsiteY13" fmla="*/ 454983 h 454983"/>
                <a:gd name="connsiteX14" fmla="*/ 5003045 w 7199994"/>
                <a:gd name="connsiteY14" fmla="*/ 454983 h 454983"/>
                <a:gd name="connsiteX15" fmla="*/ 6745015 w 7199994"/>
                <a:gd name="connsiteY15" fmla="*/ 454983 h 45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199994" h="454983">
                  <a:moveTo>
                    <a:pt x="7199994" y="0"/>
                  </a:moveTo>
                  <a:lnTo>
                    <a:pt x="5003045" y="0"/>
                  </a:lnTo>
                  <a:lnTo>
                    <a:pt x="4775114" y="0"/>
                  </a:lnTo>
                  <a:lnTo>
                    <a:pt x="4621829" y="0"/>
                  </a:lnTo>
                  <a:lnTo>
                    <a:pt x="2578165" y="0"/>
                  </a:lnTo>
                  <a:lnTo>
                    <a:pt x="2424880" y="0"/>
                  </a:lnTo>
                  <a:lnTo>
                    <a:pt x="2196949" y="0"/>
                  </a:lnTo>
                  <a:lnTo>
                    <a:pt x="0" y="0"/>
                  </a:lnTo>
                  <a:lnTo>
                    <a:pt x="454979" y="454983"/>
                  </a:lnTo>
                  <a:lnTo>
                    <a:pt x="2196949" y="454983"/>
                  </a:lnTo>
                  <a:lnTo>
                    <a:pt x="2424880" y="454983"/>
                  </a:lnTo>
                  <a:lnTo>
                    <a:pt x="3033144" y="454983"/>
                  </a:lnTo>
                  <a:lnTo>
                    <a:pt x="4166850" y="454983"/>
                  </a:lnTo>
                  <a:lnTo>
                    <a:pt x="4775114" y="454983"/>
                  </a:lnTo>
                  <a:lnTo>
                    <a:pt x="5003045" y="454983"/>
                  </a:lnTo>
                  <a:lnTo>
                    <a:pt x="6745015" y="454983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5000"/>
                    <a:lumOff val="95000"/>
                  </a:schemeClr>
                </a:gs>
                <a:gs pos="20000">
                  <a:schemeClr val="accent3">
                    <a:lumMod val="45000"/>
                    <a:lumOff val="55000"/>
                  </a:schemeClr>
                </a:gs>
                <a:gs pos="100000">
                  <a:schemeClr val="accent3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5A14A34D-5674-4600-9D6C-05137FE4A77E}"/>
                </a:ext>
              </a:extLst>
            </p:cNvPr>
            <p:cNvSpPr/>
            <p:nvPr userDrawn="1"/>
          </p:nvSpPr>
          <p:spPr>
            <a:xfrm rot="16200000" flipH="1">
              <a:off x="1090974" y="3108564"/>
              <a:ext cx="5950408" cy="376018"/>
            </a:xfrm>
            <a:custGeom>
              <a:avLst/>
              <a:gdLst>
                <a:gd name="connsiteX0" fmla="*/ 6745015 w 7199994"/>
                <a:gd name="connsiteY0" fmla="*/ 454983 h 454983"/>
                <a:gd name="connsiteX1" fmla="*/ 5003045 w 7199994"/>
                <a:gd name="connsiteY1" fmla="*/ 454983 h 454983"/>
                <a:gd name="connsiteX2" fmla="*/ 4775114 w 7199994"/>
                <a:gd name="connsiteY2" fmla="*/ 454983 h 454983"/>
                <a:gd name="connsiteX3" fmla="*/ 4166850 w 7199994"/>
                <a:gd name="connsiteY3" fmla="*/ 454983 h 454983"/>
                <a:gd name="connsiteX4" fmla="*/ 3033144 w 7199994"/>
                <a:gd name="connsiteY4" fmla="*/ 454983 h 454983"/>
                <a:gd name="connsiteX5" fmla="*/ 2424880 w 7199994"/>
                <a:gd name="connsiteY5" fmla="*/ 454983 h 454983"/>
                <a:gd name="connsiteX6" fmla="*/ 2196949 w 7199994"/>
                <a:gd name="connsiteY6" fmla="*/ 454983 h 454983"/>
                <a:gd name="connsiteX7" fmla="*/ 454979 w 7199994"/>
                <a:gd name="connsiteY7" fmla="*/ 454983 h 454983"/>
                <a:gd name="connsiteX8" fmla="*/ 0 w 7199994"/>
                <a:gd name="connsiteY8" fmla="*/ 0 h 454983"/>
                <a:gd name="connsiteX9" fmla="*/ 2196949 w 7199994"/>
                <a:gd name="connsiteY9" fmla="*/ 0 h 454983"/>
                <a:gd name="connsiteX10" fmla="*/ 2424880 w 7199994"/>
                <a:gd name="connsiteY10" fmla="*/ 0 h 454983"/>
                <a:gd name="connsiteX11" fmla="*/ 2578165 w 7199994"/>
                <a:gd name="connsiteY11" fmla="*/ 0 h 454983"/>
                <a:gd name="connsiteX12" fmla="*/ 4621829 w 7199994"/>
                <a:gd name="connsiteY12" fmla="*/ 0 h 454983"/>
                <a:gd name="connsiteX13" fmla="*/ 4775114 w 7199994"/>
                <a:gd name="connsiteY13" fmla="*/ 0 h 454983"/>
                <a:gd name="connsiteX14" fmla="*/ 5003045 w 7199994"/>
                <a:gd name="connsiteY14" fmla="*/ 0 h 454983"/>
                <a:gd name="connsiteX15" fmla="*/ 7199994 w 7199994"/>
                <a:gd name="connsiteY15" fmla="*/ 0 h 45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199994" h="454983">
                  <a:moveTo>
                    <a:pt x="6745015" y="454983"/>
                  </a:moveTo>
                  <a:lnTo>
                    <a:pt x="5003045" y="454983"/>
                  </a:lnTo>
                  <a:lnTo>
                    <a:pt x="4775114" y="454983"/>
                  </a:lnTo>
                  <a:lnTo>
                    <a:pt x="4166850" y="454983"/>
                  </a:lnTo>
                  <a:lnTo>
                    <a:pt x="3033144" y="454983"/>
                  </a:lnTo>
                  <a:lnTo>
                    <a:pt x="2424880" y="454983"/>
                  </a:lnTo>
                  <a:lnTo>
                    <a:pt x="2196949" y="454983"/>
                  </a:lnTo>
                  <a:lnTo>
                    <a:pt x="454979" y="454983"/>
                  </a:lnTo>
                  <a:lnTo>
                    <a:pt x="0" y="0"/>
                  </a:lnTo>
                  <a:lnTo>
                    <a:pt x="2196949" y="0"/>
                  </a:lnTo>
                  <a:lnTo>
                    <a:pt x="2424880" y="0"/>
                  </a:lnTo>
                  <a:lnTo>
                    <a:pt x="2578165" y="0"/>
                  </a:lnTo>
                  <a:lnTo>
                    <a:pt x="4621829" y="0"/>
                  </a:lnTo>
                  <a:lnTo>
                    <a:pt x="4775114" y="0"/>
                  </a:lnTo>
                  <a:lnTo>
                    <a:pt x="5003045" y="0"/>
                  </a:lnTo>
                  <a:lnTo>
                    <a:pt x="7199994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5000"/>
                    <a:lumOff val="95000"/>
                  </a:schemeClr>
                </a:gs>
                <a:gs pos="20000">
                  <a:schemeClr val="accent3">
                    <a:lumMod val="45000"/>
                    <a:lumOff val="55000"/>
                  </a:schemeClr>
                </a:gs>
                <a:gs pos="100000">
                  <a:schemeClr val="accent3">
                    <a:lumMod val="30000"/>
                    <a:lumOff val="70000"/>
                  </a:schemeClr>
                </a:gs>
              </a:gsLst>
              <a:lin ang="16200000" scaled="0"/>
              <a:tileRect/>
            </a:gradFill>
            <a:ln>
              <a:noFill/>
            </a:ln>
            <a:sp3d extrusionH="2540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72" name="Picture Placeholder 71">
            <a:extLst>
              <a:ext uri="{FF2B5EF4-FFF2-40B4-BE49-F238E27FC236}">
                <a16:creationId xmlns:a16="http://schemas.microsoft.com/office/drawing/2014/main" id="{F8A7B0C1-2178-4C3D-9F34-8BFDC026B2A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014538" y="1371600"/>
            <a:ext cx="1657350" cy="3657600"/>
          </a:xfrm>
          <a:custGeom>
            <a:avLst/>
            <a:gdLst>
              <a:gd name="connsiteX0" fmla="*/ 1490662 w 1657350"/>
              <a:gd name="connsiteY0" fmla="*/ 0 h 3657600"/>
              <a:gd name="connsiteX1" fmla="*/ 1657350 w 1657350"/>
              <a:gd name="connsiteY1" fmla="*/ 3171825 h 3657600"/>
              <a:gd name="connsiteX2" fmla="*/ 252412 w 1657350"/>
              <a:gd name="connsiteY2" fmla="*/ 3657600 h 3657600"/>
              <a:gd name="connsiteX3" fmla="*/ 0 w 1657350"/>
              <a:gd name="connsiteY3" fmla="*/ 185738 h 3657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7350" h="3657600">
                <a:moveTo>
                  <a:pt x="1490662" y="0"/>
                </a:moveTo>
                <a:lnTo>
                  <a:pt x="1657350" y="3171825"/>
                </a:lnTo>
                <a:lnTo>
                  <a:pt x="252412" y="3657600"/>
                </a:lnTo>
                <a:lnTo>
                  <a:pt x="0" y="185738"/>
                </a:lnTo>
                <a:close/>
              </a:path>
            </a:pathLst>
          </a:custGeom>
          <a:solidFill>
            <a:schemeClr val="bg2"/>
          </a:solidFill>
          <a:ln w="190500">
            <a:solidFill>
              <a:schemeClr val="tx1"/>
            </a:solidFill>
            <a:miter lim="800000"/>
          </a:ln>
        </p:spPr>
        <p:txBody>
          <a:bodyPr wrap="square" lIns="252000" rIns="252000" anchor="ctr">
            <a:noAutofit/>
          </a:bodyPr>
          <a:lstStyle>
            <a:lvl1pPr marL="0" indent="0" algn="ctr">
              <a:buNone/>
              <a:defRPr sz="1600" i="1"/>
            </a:lvl1pPr>
          </a:lstStyle>
          <a:p>
            <a:r>
              <a:rPr lang="en-US" noProof="0" dirty="0"/>
              <a:t>Drag &amp; Drop or Insert your Image</a:t>
            </a:r>
          </a:p>
        </p:txBody>
      </p:sp>
      <p:grpSp>
        <p:nvGrpSpPr>
          <p:cNvPr id="52" name="Group 51" descr="Frame Shadow Back">
            <a:extLst>
              <a:ext uri="{FF2B5EF4-FFF2-40B4-BE49-F238E27FC236}">
                <a16:creationId xmlns:a16="http://schemas.microsoft.com/office/drawing/2014/main" id="{F0BD42DE-3457-4C07-A4EC-C13E2ED6B959}"/>
              </a:ext>
            </a:extLst>
          </p:cNvPr>
          <p:cNvGrpSpPr/>
          <p:nvPr userDrawn="1"/>
        </p:nvGrpSpPr>
        <p:grpSpPr>
          <a:xfrm>
            <a:off x="3633693" y="4442655"/>
            <a:ext cx="9783733" cy="520321"/>
            <a:chOff x="-184150" y="3740828"/>
            <a:chExt cx="13550900" cy="914401"/>
          </a:xfrm>
        </p:grpSpPr>
        <p:sp>
          <p:nvSpPr>
            <p:cNvPr id="53" name="Flowchart: Manual Operation 52">
              <a:extLst>
                <a:ext uri="{FF2B5EF4-FFF2-40B4-BE49-F238E27FC236}">
                  <a16:creationId xmlns:a16="http://schemas.microsoft.com/office/drawing/2014/main" id="{D21C4FD2-6073-44F1-8918-36CC06E7F3D1}"/>
                </a:ext>
              </a:extLst>
            </p:cNvPr>
            <p:cNvSpPr/>
            <p:nvPr/>
          </p:nvSpPr>
          <p:spPr>
            <a:xfrm>
              <a:off x="-184150" y="3822700"/>
              <a:ext cx="13550900" cy="832529"/>
            </a:xfrm>
            <a:prstGeom prst="flowChartManualOperation">
              <a:avLst/>
            </a:prstGeom>
            <a:gradFill>
              <a:gsLst>
                <a:gs pos="0">
                  <a:schemeClr val="tx1">
                    <a:alpha val="0"/>
                  </a:schemeClr>
                </a:gs>
                <a:gs pos="100000">
                  <a:schemeClr val="tx1">
                    <a:alpha val="39000"/>
                  </a:schemeClr>
                </a:gs>
              </a:gsLst>
              <a:lin ang="5400000" scaled="1"/>
            </a:gra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54" name="Flowchart: Manual Operation 53">
              <a:extLst>
                <a:ext uri="{FF2B5EF4-FFF2-40B4-BE49-F238E27FC236}">
                  <a16:creationId xmlns:a16="http://schemas.microsoft.com/office/drawing/2014/main" id="{437A088A-4B50-47CE-A3B7-3C8E06729ABE}"/>
                </a:ext>
              </a:extLst>
            </p:cNvPr>
            <p:cNvSpPr/>
            <p:nvPr/>
          </p:nvSpPr>
          <p:spPr>
            <a:xfrm>
              <a:off x="-184150" y="3740828"/>
              <a:ext cx="13550900" cy="832529"/>
            </a:xfrm>
            <a:prstGeom prst="flowChartManualOperation">
              <a:avLst/>
            </a:prstGeom>
            <a:gradFill>
              <a:gsLst>
                <a:gs pos="65000">
                  <a:schemeClr val="tx1">
                    <a:alpha val="0"/>
                  </a:schemeClr>
                </a:gs>
                <a:gs pos="100000">
                  <a:schemeClr val="tx1">
                    <a:alpha val="39000"/>
                  </a:schemeClr>
                </a:gs>
              </a:gsLst>
              <a:lin ang="54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55" name="Rectangle 54">
            <a:extLst>
              <a:ext uri="{FF2B5EF4-FFF2-40B4-BE49-F238E27FC236}">
                <a16:creationId xmlns:a16="http://schemas.microsoft.com/office/drawing/2014/main" id="{0854AD4B-3FC4-4192-9128-AD41638DD84E}"/>
              </a:ext>
            </a:extLst>
          </p:cNvPr>
          <p:cNvSpPr>
            <a:spLocks/>
          </p:cNvSpPr>
          <p:nvPr userDrawn="1"/>
        </p:nvSpPr>
        <p:spPr>
          <a:xfrm rot="10800000">
            <a:off x="5926366" y="811428"/>
            <a:ext cx="5198388" cy="371077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innerShdw blurRad="127000" dist="50800" dir="9180000">
              <a:prstClr val="black">
                <a:alpha val="6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BFFB7681-35F6-4DD3-A5A3-93D77685E409}"/>
              </a:ext>
            </a:extLst>
          </p:cNvPr>
          <p:cNvSpPr>
            <a:spLocks/>
          </p:cNvSpPr>
          <p:nvPr userDrawn="1"/>
        </p:nvSpPr>
        <p:spPr>
          <a:xfrm rot="10800000">
            <a:off x="5550357" y="436551"/>
            <a:ext cx="5950408" cy="37487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8AB8202-543E-4D7B-A845-8AC35C5E46E8}"/>
              </a:ext>
            </a:extLst>
          </p:cNvPr>
          <p:cNvSpPr>
            <a:spLocks/>
          </p:cNvSpPr>
          <p:nvPr userDrawn="1"/>
        </p:nvSpPr>
        <p:spPr>
          <a:xfrm rot="10800000">
            <a:off x="5550357" y="4524485"/>
            <a:ext cx="5950408" cy="37487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DD73ECEF-2720-4609-BF16-DDB26FBF7A19}"/>
              </a:ext>
            </a:extLst>
          </p:cNvPr>
          <p:cNvSpPr/>
          <p:nvPr userDrawn="1"/>
        </p:nvSpPr>
        <p:spPr>
          <a:xfrm rot="5400000" flipH="1" flipV="1">
            <a:off x="3506961" y="2479947"/>
            <a:ext cx="4462810" cy="376019"/>
          </a:xfrm>
          <a:custGeom>
            <a:avLst/>
            <a:gdLst>
              <a:gd name="connsiteX0" fmla="*/ 5400001 w 5400001"/>
              <a:gd name="connsiteY0" fmla="*/ 0 h 454983"/>
              <a:gd name="connsiteX1" fmla="*/ 4945018 w 5400001"/>
              <a:gd name="connsiteY1" fmla="*/ 454983 h 454983"/>
              <a:gd name="connsiteX2" fmla="*/ 4221873 w 5400001"/>
              <a:gd name="connsiteY2" fmla="*/ 454983 h 454983"/>
              <a:gd name="connsiteX3" fmla="*/ 3148030 w 5400001"/>
              <a:gd name="connsiteY3" fmla="*/ 454983 h 454983"/>
              <a:gd name="connsiteX4" fmla="*/ 2975116 w 5400001"/>
              <a:gd name="connsiteY4" fmla="*/ 454983 h 454983"/>
              <a:gd name="connsiteX5" fmla="*/ 2424886 w 5400001"/>
              <a:gd name="connsiteY5" fmla="*/ 454983 h 454983"/>
              <a:gd name="connsiteX6" fmla="*/ 2251971 w 5400001"/>
              <a:gd name="connsiteY6" fmla="*/ 454983 h 454983"/>
              <a:gd name="connsiteX7" fmla="*/ 1178128 w 5400001"/>
              <a:gd name="connsiteY7" fmla="*/ 454983 h 454983"/>
              <a:gd name="connsiteX8" fmla="*/ 454983 w 5400001"/>
              <a:gd name="connsiteY8" fmla="*/ 454983 h 454983"/>
              <a:gd name="connsiteX9" fmla="*/ 0 w 5400001"/>
              <a:gd name="connsiteY9" fmla="*/ 0 h 454983"/>
              <a:gd name="connsiteX10" fmla="*/ 1178128 w 5400001"/>
              <a:gd name="connsiteY10" fmla="*/ 0 h 454983"/>
              <a:gd name="connsiteX11" fmla="*/ 1796988 w 5400001"/>
              <a:gd name="connsiteY11" fmla="*/ 0 h 454983"/>
              <a:gd name="connsiteX12" fmla="*/ 2424886 w 5400001"/>
              <a:gd name="connsiteY12" fmla="*/ 0 h 454983"/>
              <a:gd name="connsiteX13" fmla="*/ 2975116 w 5400001"/>
              <a:gd name="connsiteY13" fmla="*/ 0 h 454983"/>
              <a:gd name="connsiteX14" fmla="*/ 3603013 w 5400001"/>
              <a:gd name="connsiteY14" fmla="*/ 0 h 454983"/>
              <a:gd name="connsiteX15" fmla="*/ 4221873 w 5400001"/>
              <a:gd name="connsiteY15" fmla="*/ 0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400001" h="454983">
                <a:moveTo>
                  <a:pt x="5400001" y="0"/>
                </a:moveTo>
                <a:lnTo>
                  <a:pt x="4945018" y="454983"/>
                </a:lnTo>
                <a:lnTo>
                  <a:pt x="4221873" y="454983"/>
                </a:lnTo>
                <a:lnTo>
                  <a:pt x="3148030" y="454983"/>
                </a:lnTo>
                <a:lnTo>
                  <a:pt x="2975116" y="454983"/>
                </a:lnTo>
                <a:lnTo>
                  <a:pt x="2424886" y="454983"/>
                </a:lnTo>
                <a:lnTo>
                  <a:pt x="2251971" y="454983"/>
                </a:lnTo>
                <a:lnTo>
                  <a:pt x="1178128" y="454983"/>
                </a:lnTo>
                <a:lnTo>
                  <a:pt x="454983" y="454983"/>
                </a:lnTo>
                <a:lnTo>
                  <a:pt x="0" y="0"/>
                </a:lnTo>
                <a:lnTo>
                  <a:pt x="1178128" y="0"/>
                </a:lnTo>
                <a:lnTo>
                  <a:pt x="1796988" y="0"/>
                </a:lnTo>
                <a:lnTo>
                  <a:pt x="2424886" y="0"/>
                </a:lnTo>
                <a:lnTo>
                  <a:pt x="2975116" y="0"/>
                </a:lnTo>
                <a:lnTo>
                  <a:pt x="3603013" y="0"/>
                </a:lnTo>
                <a:lnTo>
                  <a:pt x="4221873" y="0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20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644EB8A9-3448-445A-908B-A6FF2BA83062}"/>
              </a:ext>
            </a:extLst>
          </p:cNvPr>
          <p:cNvSpPr/>
          <p:nvPr userDrawn="1"/>
        </p:nvSpPr>
        <p:spPr>
          <a:xfrm rot="5400000">
            <a:off x="9081350" y="2479947"/>
            <a:ext cx="4462810" cy="376019"/>
          </a:xfrm>
          <a:custGeom>
            <a:avLst/>
            <a:gdLst>
              <a:gd name="connsiteX0" fmla="*/ 0 w 5400001"/>
              <a:gd name="connsiteY0" fmla="*/ 0 h 454983"/>
              <a:gd name="connsiteX1" fmla="*/ 1178128 w 5400001"/>
              <a:gd name="connsiteY1" fmla="*/ 0 h 454983"/>
              <a:gd name="connsiteX2" fmla="*/ 1796988 w 5400001"/>
              <a:gd name="connsiteY2" fmla="*/ 0 h 454983"/>
              <a:gd name="connsiteX3" fmla="*/ 2424886 w 5400001"/>
              <a:gd name="connsiteY3" fmla="*/ 0 h 454983"/>
              <a:gd name="connsiteX4" fmla="*/ 2975116 w 5400001"/>
              <a:gd name="connsiteY4" fmla="*/ 0 h 454983"/>
              <a:gd name="connsiteX5" fmla="*/ 3603013 w 5400001"/>
              <a:gd name="connsiteY5" fmla="*/ 0 h 454983"/>
              <a:gd name="connsiteX6" fmla="*/ 4221874 w 5400001"/>
              <a:gd name="connsiteY6" fmla="*/ 0 h 454983"/>
              <a:gd name="connsiteX7" fmla="*/ 5400001 w 5400001"/>
              <a:gd name="connsiteY7" fmla="*/ 0 h 454983"/>
              <a:gd name="connsiteX8" fmla="*/ 4945018 w 5400001"/>
              <a:gd name="connsiteY8" fmla="*/ 454983 h 454983"/>
              <a:gd name="connsiteX9" fmla="*/ 4221874 w 5400001"/>
              <a:gd name="connsiteY9" fmla="*/ 454983 h 454983"/>
              <a:gd name="connsiteX10" fmla="*/ 3148030 w 5400001"/>
              <a:gd name="connsiteY10" fmla="*/ 454983 h 454983"/>
              <a:gd name="connsiteX11" fmla="*/ 2975116 w 5400001"/>
              <a:gd name="connsiteY11" fmla="*/ 454983 h 454983"/>
              <a:gd name="connsiteX12" fmla="*/ 2424886 w 5400001"/>
              <a:gd name="connsiteY12" fmla="*/ 454983 h 454983"/>
              <a:gd name="connsiteX13" fmla="*/ 2251971 w 5400001"/>
              <a:gd name="connsiteY13" fmla="*/ 454983 h 454983"/>
              <a:gd name="connsiteX14" fmla="*/ 1178128 w 5400001"/>
              <a:gd name="connsiteY14" fmla="*/ 454983 h 454983"/>
              <a:gd name="connsiteX15" fmla="*/ 454983 w 5400001"/>
              <a:gd name="connsiteY15" fmla="*/ 454983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400001" h="454983">
                <a:moveTo>
                  <a:pt x="0" y="0"/>
                </a:moveTo>
                <a:lnTo>
                  <a:pt x="1178128" y="0"/>
                </a:lnTo>
                <a:lnTo>
                  <a:pt x="1796988" y="0"/>
                </a:lnTo>
                <a:lnTo>
                  <a:pt x="2424886" y="0"/>
                </a:lnTo>
                <a:lnTo>
                  <a:pt x="2975116" y="0"/>
                </a:lnTo>
                <a:lnTo>
                  <a:pt x="3603013" y="0"/>
                </a:lnTo>
                <a:lnTo>
                  <a:pt x="4221874" y="0"/>
                </a:lnTo>
                <a:lnTo>
                  <a:pt x="5400001" y="0"/>
                </a:lnTo>
                <a:lnTo>
                  <a:pt x="4945018" y="454983"/>
                </a:lnTo>
                <a:lnTo>
                  <a:pt x="4221874" y="454983"/>
                </a:lnTo>
                <a:lnTo>
                  <a:pt x="3148030" y="454983"/>
                </a:lnTo>
                <a:lnTo>
                  <a:pt x="2975116" y="454983"/>
                </a:lnTo>
                <a:lnTo>
                  <a:pt x="2424886" y="454983"/>
                </a:lnTo>
                <a:lnTo>
                  <a:pt x="2251971" y="454983"/>
                </a:lnTo>
                <a:lnTo>
                  <a:pt x="1178128" y="454983"/>
                </a:lnTo>
                <a:lnTo>
                  <a:pt x="454983" y="454983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20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37994DFE-9F5F-4EF6-AE8C-96DECB010088}"/>
              </a:ext>
            </a:extLst>
          </p:cNvPr>
          <p:cNvSpPr/>
          <p:nvPr userDrawn="1"/>
        </p:nvSpPr>
        <p:spPr>
          <a:xfrm rot="10800000" flipV="1">
            <a:off x="5550357" y="436552"/>
            <a:ext cx="5950408" cy="376019"/>
          </a:xfrm>
          <a:custGeom>
            <a:avLst/>
            <a:gdLst>
              <a:gd name="connsiteX0" fmla="*/ 7199994 w 7199994"/>
              <a:gd name="connsiteY0" fmla="*/ 0 h 454983"/>
              <a:gd name="connsiteX1" fmla="*/ 5003045 w 7199994"/>
              <a:gd name="connsiteY1" fmla="*/ 0 h 454983"/>
              <a:gd name="connsiteX2" fmla="*/ 4775114 w 7199994"/>
              <a:gd name="connsiteY2" fmla="*/ 0 h 454983"/>
              <a:gd name="connsiteX3" fmla="*/ 4621829 w 7199994"/>
              <a:gd name="connsiteY3" fmla="*/ 0 h 454983"/>
              <a:gd name="connsiteX4" fmla="*/ 2578165 w 7199994"/>
              <a:gd name="connsiteY4" fmla="*/ 0 h 454983"/>
              <a:gd name="connsiteX5" fmla="*/ 2424880 w 7199994"/>
              <a:gd name="connsiteY5" fmla="*/ 0 h 454983"/>
              <a:gd name="connsiteX6" fmla="*/ 2196949 w 7199994"/>
              <a:gd name="connsiteY6" fmla="*/ 0 h 454983"/>
              <a:gd name="connsiteX7" fmla="*/ 0 w 7199994"/>
              <a:gd name="connsiteY7" fmla="*/ 0 h 454983"/>
              <a:gd name="connsiteX8" fmla="*/ 454979 w 7199994"/>
              <a:gd name="connsiteY8" fmla="*/ 454983 h 454983"/>
              <a:gd name="connsiteX9" fmla="*/ 2196949 w 7199994"/>
              <a:gd name="connsiteY9" fmla="*/ 454983 h 454983"/>
              <a:gd name="connsiteX10" fmla="*/ 2424880 w 7199994"/>
              <a:gd name="connsiteY10" fmla="*/ 454983 h 454983"/>
              <a:gd name="connsiteX11" fmla="*/ 3033144 w 7199994"/>
              <a:gd name="connsiteY11" fmla="*/ 454983 h 454983"/>
              <a:gd name="connsiteX12" fmla="*/ 4166850 w 7199994"/>
              <a:gd name="connsiteY12" fmla="*/ 454983 h 454983"/>
              <a:gd name="connsiteX13" fmla="*/ 4775114 w 7199994"/>
              <a:gd name="connsiteY13" fmla="*/ 454983 h 454983"/>
              <a:gd name="connsiteX14" fmla="*/ 5003045 w 7199994"/>
              <a:gd name="connsiteY14" fmla="*/ 454983 h 454983"/>
              <a:gd name="connsiteX15" fmla="*/ 6745015 w 7199994"/>
              <a:gd name="connsiteY15" fmla="*/ 454983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199994" h="454983">
                <a:moveTo>
                  <a:pt x="7199994" y="0"/>
                </a:moveTo>
                <a:lnTo>
                  <a:pt x="5003045" y="0"/>
                </a:lnTo>
                <a:lnTo>
                  <a:pt x="4775114" y="0"/>
                </a:lnTo>
                <a:lnTo>
                  <a:pt x="4621829" y="0"/>
                </a:lnTo>
                <a:lnTo>
                  <a:pt x="2578165" y="0"/>
                </a:lnTo>
                <a:lnTo>
                  <a:pt x="2424880" y="0"/>
                </a:lnTo>
                <a:lnTo>
                  <a:pt x="2196949" y="0"/>
                </a:lnTo>
                <a:lnTo>
                  <a:pt x="0" y="0"/>
                </a:lnTo>
                <a:lnTo>
                  <a:pt x="454979" y="454983"/>
                </a:lnTo>
                <a:lnTo>
                  <a:pt x="2196949" y="454983"/>
                </a:lnTo>
                <a:lnTo>
                  <a:pt x="2424880" y="454983"/>
                </a:lnTo>
                <a:lnTo>
                  <a:pt x="3033144" y="454983"/>
                </a:lnTo>
                <a:lnTo>
                  <a:pt x="4166850" y="454983"/>
                </a:lnTo>
                <a:lnTo>
                  <a:pt x="4775114" y="454983"/>
                </a:lnTo>
                <a:lnTo>
                  <a:pt x="5003045" y="454983"/>
                </a:lnTo>
                <a:lnTo>
                  <a:pt x="6745015" y="454983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20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792FF24B-B6BA-4BFA-AD06-5494D165FEE7}"/>
              </a:ext>
            </a:extLst>
          </p:cNvPr>
          <p:cNvSpPr/>
          <p:nvPr userDrawn="1"/>
        </p:nvSpPr>
        <p:spPr>
          <a:xfrm rot="10800000">
            <a:off x="5550357" y="4523342"/>
            <a:ext cx="5950408" cy="376019"/>
          </a:xfrm>
          <a:custGeom>
            <a:avLst/>
            <a:gdLst>
              <a:gd name="connsiteX0" fmla="*/ 6745015 w 7199994"/>
              <a:gd name="connsiteY0" fmla="*/ 454983 h 454983"/>
              <a:gd name="connsiteX1" fmla="*/ 5003045 w 7199994"/>
              <a:gd name="connsiteY1" fmla="*/ 454983 h 454983"/>
              <a:gd name="connsiteX2" fmla="*/ 4775114 w 7199994"/>
              <a:gd name="connsiteY2" fmla="*/ 454983 h 454983"/>
              <a:gd name="connsiteX3" fmla="*/ 4166850 w 7199994"/>
              <a:gd name="connsiteY3" fmla="*/ 454983 h 454983"/>
              <a:gd name="connsiteX4" fmla="*/ 3033144 w 7199994"/>
              <a:gd name="connsiteY4" fmla="*/ 454983 h 454983"/>
              <a:gd name="connsiteX5" fmla="*/ 2424880 w 7199994"/>
              <a:gd name="connsiteY5" fmla="*/ 454983 h 454983"/>
              <a:gd name="connsiteX6" fmla="*/ 2196949 w 7199994"/>
              <a:gd name="connsiteY6" fmla="*/ 454983 h 454983"/>
              <a:gd name="connsiteX7" fmla="*/ 454979 w 7199994"/>
              <a:gd name="connsiteY7" fmla="*/ 454983 h 454983"/>
              <a:gd name="connsiteX8" fmla="*/ 0 w 7199994"/>
              <a:gd name="connsiteY8" fmla="*/ 0 h 454983"/>
              <a:gd name="connsiteX9" fmla="*/ 2196949 w 7199994"/>
              <a:gd name="connsiteY9" fmla="*/ 0 h 454983"/>
              <a:gd name="connsiteX10" fmla="*/ 2424880 w 7199994"/>
              <a:gd name="connsiteY10" fmla="*/ 0 h 454983"/>
              <a:gd name="connsiteX11" fmla="*/ 2578165 w 7199994"/>
              <a:gd name="connsiteY11" fmla="*/ 0 h 454983"/>
              <a:gd name="connsiteX12" fmla="*/ 4621829 w 7199994"/>
              <a:gd name="connsiteY12" fmla="*/ 0 h 454983"/>
              <a:gd name="connsiteX13" fmla="*/ 4775114 w 7199994"/>
              <a:gd name="connsiteY13" fmla="*/ 0 h 454983"/>
              <a:gd name="connsiteX14" fmla="*/ 5003045 w 7199994"/>
              <a:gd name="connsiteY14" fmla="*/ 0 h 454983"/>
              <a:gd name="connsiteX15" fmla="*/ 7199994 w 7199994"/>
              <a:gd name="connsiteY15" fmla="*/ 0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199994" h="454983">
                <a:moveTo>
                  <a:pt x="6745015" y="454983"/>
                </a:moveTo>
                <a:lnTo>
                  <a:pt x="5003045" y="454983"/>
                </a:lnTo>
                <a:lnTo>
                  <a:pt x="4775114" y="454983"/>
                </a:lnTo>
                <a:lnTo>
                  <a:pt x="4166850" y="454983"/>
                </a:lnTo>
                <a:lnTo>
                  <a:pt x="3033144" y="454983"/>
                </a:lnTo>
                <a:lnTo>
                  <a:pt x="2424880" y="454983"/>
                </a:lnTo>
                <a:lnTo>
                  <a:pt x="2196949" y="454983"/>
                </a:lnTo>
                <a:lnTo>
                  <a:pt x="454979" y="454983"/>
                </a:lnTo>
                <a:lnTo>
                  <a:pt x="0" y="0"/>
                </a:lnTo>
                <a:lnTo>
                  <a:pt x="2196949" y="0"/>
                </a:lnTo>
                <a:lnTo>
                  <a:pt x="2424880" y="0"/>
                </a:lnTo>
                <a:lnTo>
                  <a:pt x="2578165" y="0"/>
                </a:lnTo>
                <a:lnTo>
                  <a:pt x="4621829" y="0"/>
                </a:lnTo>
                <a:lnTo>
                  <a:pt x="4775114" y="0"/>
                </a:lnTo>
                <a:lnTo>
                  <a:pt x="5003045" y="0"/>
                </a:lnTo>
                <a:lnTo>
                  <a:pt x="7199994" y="0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20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3" name="Rectangle: Rounded Corners 62" descr="Frame Shadow Front">
            <a:extLst>
              <a:ext uri="{FF2B5EF4-FFF2-40B4-BE49-F238E27FC236}">
                <a16:creationId xmlns:a16="http://schemas.microsoft.com/office/drawing/2014/main" id="{D85D8578-900E-49B6-8598-AFBFA48CD312}"/>
              </a:ext>
            </a:extLst>
          </p:cNvPr>
          <p:cNvSpPr/>
          <p:nvPr userDrawn="1"/>
        </p:nvSpPr>
        <p:spPr>
          <a:xfrm>
            <a:off x="4355535" y="4751567"/>
            <a:ext cx="8070273" cy="625491"/>
          </a:xfrm>
          <a:prstGeom prst="roundRect">
            <a:avLst>
              <a:gd name="adj" fmla="val 50000"/>
            </a:avLst>
          </a:prstGeom>
          <a:solidFill>
            <a:schemeClr val="tx1">
              <a:alpha val="16000"/>
            </a:schemeClr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490FDA-4119-4689-822F-88616B285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4680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3" name="Picture Placeholder 72">
            <a:extLst>
              <a:ext uri="{FF2B5EF4-FFF2-40B4-BE49-F238E27FC236}">
                <a16:creationId xmlns:a16="http://schemas.microsoft.com/office/drawing/2014/main" id="{5588BA99-AE2D-49FF-A23A-0EC25DE7EF4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671019" y="1541757"/>
            <a:ext cx="3709084" cy="2231406"/>
          </a:xfrm>
          <a:custGeom>
            <a:avLst/>
            <a:gdLst>
              <a:gd name="connsiteX0" fmla="*/ 0 w 3709084"/>
              <a:gd name="connsiteY0" fmla="*/ 0 h 2231406"/>
              <a:gd name="connsiteX1" fmla="*/ 3709084 w 3709084"/>
              <a:gd name="connsiteY1" fmla="*/ 0 h 2231406"/>
              <a:gd name="connsiteX2" fmla="*/ 3709084 w 3709084"/>
              <a:gd name="connsiteY2" fmla="*/ 2231406 h 2231406"/>
              <a:gd name="connsiteX3" fmla="*/ 0 w 3709084"/>
              <a:gd name="connsiteY3" fmla="*/ 2231406 h 22314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09084" h="2231406">
                <a:moveTo>
                  <a:pt x="0" y="0"/>
                </a:moveTo>
                <a:lnTo>
                  <a:pt x="3709084" y="0"/>
                </a:lnTo>
                <a:lnTo>
                  <a:pt x="3709084" y="2231406"/>
                </a:lnTo>
                <a:lnTo>
                  <a:pt x="0" y="2231406"/>
                </a:lnTo>
                <a:close/>
              </a:path>
            </a:pathLst>
          </a:custGeom>
          <a:solidFill>
            <a:schemeClr val="bg2"/>
          </a:solidFill>
          <a:ln w="190500">
            <a:solidFill>
              <a:schemeClr val="tx1"/>
            </a:solidFill>
            <a:miter lim="800000"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600" i="1"/>
            </a:lvl1pPr>
          </a:lstStyle>
          <a:p>
            <a:r>
              <a:rPr lang="en-US" noProof="0" dirty="0"/>
              <a:t>Drag &amp; Drop or Insert your Image</a:t>
            </a:r>
          </a:p>
          <a:p>
            <a:endParaRPr lang="en-US" noProof="0" dirty="0"/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4E7C6AF7-7B49-4F47-9061-23E4F71F631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74127" y="5599280"/>
            <a:ext cx="2029566" cy="4405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/>
            </a:lvl1pPr>
          </a:lstStyle>
          <a:p>
            <a:pPr lvl="0"/>
            <a:r>
              <a:rPr lang="en-US" noProof="0"/>
              <a:t>Caption / Credits 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A85E0C2F-13CE-49D5-9CF9-F1CC3891787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36839" y="4930821"/>
            <a:ext cx="2029566" cy="4405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/>
            </a:lvl1pPr>
          </a:lstStyle>
          <a:p>
            <a:pPr lvl="0"/>
            <a:r>
              <a:rPr lang="en-US" noProof="0"/>
              <a:t>Caption / Credits </a:t>
            </a:r>
          </a:p>
        </p:txBody>
      </p:sp>
    </p:spTree>
    <p:extLst>
      <p:ext uri="{BB962C8B-B14F-4D97-AF65-F5344CB8AC3E}">
        <p14:creationId xmlns:p14="http://schemas.microsoft.com/office/powerpoint/2010/main" val="2972631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X Images Option 2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DC62555-3DD8-4779-8304-FE14FB5D29B6}"/>
              </a:ext>
            </a:extLst>
          </p:cNvPr>
          <p:cNvGrpSpPr/>
          <p:nvPr userDrawn="1"/>
        </p:nvGrpSpPr>
        <p:grpSpPr>
          <a:xfrm>
            <a:off x="-1501721" y="729000"/>
            <a:ext cx="11838317" cy="5476976"/>
            <a:chOff x="453920" y="729000"/>
            <a:chExt cx="11838317" cy="5476976"/>
          </a:xfrm>
          <a:scene3d>
            <a:camera prst="perspectiveRight"/>
            <a:lightRig rig="threePt" dir="t"/>
          </a:scene3d>
        </p:grpSpPr>
        <p:grpSp>
          <p:nvGrpSpPr>
            <p:cNvPr id="22" name="Group 21" descr="Frame Shadow Back">
              <a:extLst>
                <a:ext uri="{FF2B5EF4-FFF2-40B4-BE49-F238E27FC236}">
                  <a16:creationId xmlns:a16="http://schemas.microsoft.com/office/drawing/2014/main" id="{1370A865-1825-4EB5-BAD9-B7BF6A65BB6F}"/>
                </a:ext>
              </a:extLst>
            </p:cNvPr>
            <p:cNvGrpSpPr/>
            <p:nvPr userDrawn="1"/>
          </p:nvGrpSpPr>
          <p:grpSpPr>
            <a:xfrm>
              <a:off x="453920" y="5318467"/>
              <a:ext cx="11838317" cy="887509"/>
              <a:chOff x="-184150" y="3740828"/>
              <a:chExt cx="13550900" cy="914401"/>
            </a:xfrm>
          </p:grpSpPr>
          <p:sp>
            <p:nvSpPr>
              <p:cNvPr id="23" name="Flowchart: Manual Operation 22">
                <a:extLst>
                  <a:ext uri="{FF2B5EF4-FFF2-40B4-BE49-F238E27FC236}">
                    <a16:creationId xmlns:a16="http://schemas.microsoft.com/office/drawing/2014/main" id="{3C737E46-53D0-4AFD-B1DE-550717049609}"/>
                  </a:ext>
                </a:extLst>
              </p:cNvPr>
              <p:cNvSpPr/>
              <p:nvPr/>
            </p:nvSpPr>
            <p:spPr>
              <a:xfrm>
                <a:off x="-184150" y="3822700"/>
                <a:ext cx="13550900" cy="832529"/>
              </a:xfrm>
              <a:prstGeom prst="flowChartManualOperation">
                <a:avLst/>
              </a:prstGeom>
              <a:gradFill>
                <a:gsLst>
                  <a:gs pos="0">
                    <a:schemeClr val="tx1">
                      <a:alpha val="0"/>
                    </a:schemeClr>
                  </a:gs>
                  <a:gs pos="100000">
                    <a:schemeClr val="tx1">
                      <a:alpha val="39000"/>
                    </a:schemeClr>
                  </a:gs>
                </a:gsLst>
                <a:lin ang="5400000" scaled="1"/>
              </a:gradFill>
              <a:ln>
                <a:noFill/>
              </a:ln>
              <a:effectLst>
                <a:softEdge rad="127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5" name="Flowchart: Manual Operation 24">
                <a:extLst>
                  <a:ext uri="{FF2B5EF4-FFF2-40B4-BE49-F238E27FC236}">
                    <a16:creationId xmlns:a16="http://schemas.microsoft.com/office/drawing/2014/main" id="{31A97FA5-B7C1-4A63-9DFD-0A32DF8B001B}"/>
                  </a:ext>
                </a:extLst>
              </p:cNvPr>
              <p:cNvSpPr/>
              <p:nvPr/>
            </p:nvSpPr>
            <p:spPr>
              <a:xfrm>
                <a:off x="-184150" y="3740828"/>
                <a:ext cx="13550900" cy="832529"/>
              </a:xfrm>
              <a:prstGeom prst="flowChartManualOperation">
                <a:avLst/>
              </a:prstGeom>
              <a:gradFill>
                <a:gsLst>
                  <a:gs pos="65000">
                    <a:schemeClr val="tx1">
                      <a:alpha val="0"/>
                    </a:schemeClr>
                  </a:gs>
                  <a:gs pos="100000">
                    <a:schemeClr val="tx1">
                      <a:alpha val="39000"/>
                    </a:schemeClr>
                  </a:gs>
                </a:gsLst>
                <a:lin ang="5400000" scaled="1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DF0E140A-516F-4CA5-88ED-9BB3022984B8}"/>
                </a:ext>
              </a:extLst>
            </p:cNvPr>
            <p:cNvSpPr>
              <a:spLocks/>
            </p:cNvSpPr>
            <p:nvPr userDrawn="1"/>
          </p:nvSpPr>
          <p:spPr>
            <a:xfrm rot="10800000">
              <a:off x="3228054" y="1182601"/>
              <a:ext cx="6290049" cy="44900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innerShdw blurRad="127000" dist="50800" dir="9180000">
                <a:prstClr val="black">
                  <a:alpha val="6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8C22C93-59DF-4FB1-BD0B-CDEBB9DBAD7C}"/>
                </a:ext>
              </a:extLst>
            </p:cNvPr>
            <p:cNvSpPr>
              <a:spLocks/>
            </p:cNvSpPr>
            <p:nvPr userDrawn="1"/>
          </p:nvSpPr>
          <p:spPr>
            <a:xfrm rot="10800000">
              <a:off x="2773083" y="729000"/>
              <a:ext cx="7199994" cy="4536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17883787-89B6-4895-86A4-C45B57BD0B91}"/>
                </a:ext>
              </a:extLst>
            </p:cNvPr>
            <p:cNvSpPr>
              <a:spLocks/>
            </p:cNvSpPr>
            <p:nvPr userDrawn="1"/>
          </p:nvSpPr>
          <p:spPr>
            <a:xfrm rot="10800000">
              <a:off x="2773083" y="5675400"/>
              <a:ext cx="7199994" cy="4536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5D11119-742D-4F5E-A42E-AB6104CAC6D0}"/>
                </a:ext>
              </a:extLst>
            </p:cNvPr>
            <p:cNvSpPr/>
            <p:nvPr userDrawn="1"/>
          </p:nvSpPr>
          <p:spPr>
            <a:xfrm rot="5400000" flipH="1" flipV="1">
              <a:off x="300574" y="3201509"/>
              <a:ext cx="5400001" cy="454983"/>
            </a:xfrm>
            <a:custGeom>
              <a:avLst/>
              <a:gdLst>
                <a:gd name="connsiteX0" fmla="*/ 5400001 w 5400001"/>
                <a:gd name="connsiteY0" fmla="*/ 0 h 454983"/>
                <a:gd name="connsiteX1" fmla="*/ 4945018 w 5400001"/>
                <a:gd name="connsiteY1" fmla="*/ 454983 h 454983"/>
                <a:gd name="connsiteX2" fmla="*/ 4221873 w 5400001"/>
                <a:gd name="connsiteY2" fmla="*/ 454983 h 454983"/>
                <a:gd name="connsiteX3" fmla="*/ 3148030 w 5400001"/>
                <a:gd name="connsiteY3" fmla="*/ 454983 h 454983"/>
                <a:gd name="connsiteX4" fmla="*/ 2975116 w 5400001"/>
                <a:gd name="connsiteY4" fmla="*/ 454983 h 454983"/>
                <a:gd name="connsiteX5" fmla="*/ 2424886 w 5400001"/>
                <a:gd name="connsiteY5" fmla="*/ 454983 h 454983"/>
                <a:gd name="connsiteX6" fmla="*/ 2251971 w 5400001"/>
                <a:gd name="connsiteY6" fmla="*/ 454983 h 454983"/>
                <a:gd name="connsiteX7" fmla="*/ 1178128 w 5400001"/>
                <a:gd name="connsiteY7" fmla="*/ 454983 h 454983"/>
                <a:gd name="connsiteX8" fmla="*/ 454983 w 5400001"/>
                <a:gd name="connsiteY8" fmla="*/ 454983 h 454983"/>
                <a:gd name="connsiteX9" fmla="*/ 0 w 5400001"/>
                <a:gd name="connsiteY9" fmla="*/ 0 h 454983"/>
                <a:gd name="connsiteX10" fmla="*/ 1178128 w 5400001"/>
                <a:gd name="connsiteY10" fmla="*/ 0 h 454983"/>
                <a:gd name="connsiteX11" fmla="*/ 1796988 w 5400001"/>
                <a:gd name="connsiteY11" fmla="*/ 0 h 454983"/>
                <a:gd name="connsiteX12" fmla="*/ 2424886 w 5400001"/>
                <a:gd name="connsiteY12" fmla="*/ 0 h 454983"/>
                <a:gd name="connsiteX13" fmla="*/ 2975116 w 5400001"/>
                <a:gd name="connsiteY13" fmla="*/ 0 h 454983"/>
                <a:gd name="connsiteX14" fmla="*/ 3603013 w 5400001"/>
                <a:gd name="connsiteY14" fmla="*/ 0 h 454983"/>
                <a:gd name="connsiteX15" fmla="*/ 4221873 w 5400001"/>
                <a:gd name="connsiteY15" fmla="*/ 0 h 45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400001" h="454983">
                  <a:moveTo>
                    <a:pt x="5400001" y="0"/>
                  </a:moveTo>
                  <a:lnTo>
                    <a:pt x="4945018" y="454983"/>
                  </a:lnTo>
                  <a:lnTo>
                    <a:pt x="4221873" y="454983"/>
                  </a:lnTo>
                  <a:lnTo>
                    <a:pt x="3148030" y="454983"/>
                  </a:lnTo>
                  <a:lnTo>
                    <a:pt x="2975116" y="454983"/>
                  </a:lnTo>
                  <a:lnTo>
                    <a:pt x="2424886" y="454983"/>
                  </a:lnTo>
                  <a:lnTo>
                    <a:pt x="2251971" y="454983"/>
                  </a:lnTo>
                  <a:lnTo>
                    <a:pt x="1178128" y="454983"/>
                  </a:lnTo>
                  <a:lnTo>
                    <a:pt x="454983" y="454983"/>
                  </a:lnTo>
                  <a:lnTo>
                    <a:pt x="0" y="0"/>
                  </a:lnTo>
                  <a:lnTo>
                    <a:pt x="1178128" y="0"/>
                  </a:lnTo>
                  <a:lnTo>
                    <a:pt x="1796988" y="0"/>
                  </a:lnTo>
                  <a:lnTo>
                    <a:pt x="2424886" y="0"/>
                  </a:lnTo>
                  <a:lnTo>
                    <a:pt x="2975116" y="0"/>
                  </a:lnTo>
                  <a:lnTo>
                    <a:pt x="3603013" y="0"/>
                  </a:lnTo>
                  <a:lnTo>
                    <a:pt x="4221873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5000"/>
                    <a:lumOff val="95000"/>
                  </a:schemeClr>
                </a:gs>
                <a:gs pos="20000">
                  <a:schemeClr val="accent3">
                    <a:lumMod val="45000"/>
                    <a:lumOff val="55000"/>
                  </a:schemeClr>
                </a:gs>
                <a:gs pos="100000">
                  <a:schemeClr val="accent3">
                    <a:lumMod val="30000"/>
                    <a:lumOff val="70000"/>
                  </a:schemeClr>
                </a:gs>
              </a:gsLst>
              <a:lin ang="16200000" scaled="0"/>
              <a:tileRect/>
            </a:gradFill>
            <a:ln>
              <a:noFill/>
            </a:ln>
            <a:sp3d extrusionH="7429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BE44002-944A-471D-B590-493B7690889E}"/>
                </a:ext>
              </a:extLst>
            </p:cNvPr>
            <p:cNvSpPr/>
            <p:nvPr userDrawn="1"/>
          </p:nvSpPr>
          <p:spPr>
            <a:xfrm rot="5400000">
              <a:off x="7045585" y="3201509"/>
              <a:ext cx="5400001" cy="454983"/>
            </a:xfrm>
            <a:custGeom>
              <a:avLst/>
              <a:gdLst>
                <a:gd name="connsiteX0" fmla="*/ 0 w 5400001"/>
                <a:gd name="connsiteY0" fmla="*/ 0 h 454983"/>
                <a:gd name="connsiteX1" fmla="*/ 1178128 w 5400001"/>
                <a:gd name="connsiteY1" fmla="*/ 0 h 454983"/>
                <a:gd name="connsiteX2" fmla="*/ 1796988 w 5400001"/>
                <a:gd name="connsiteY2" fmla="*/ 0 h 454983"/>
                <a:gd name="connsiteX3" fmla="*/ 2424886 w 5400001"/>
                <a:gd name="connsiteY3" fmla="*/ 0 h 454983"/>
                <a:gd name="connsiteX4" fmla="*/ 2975116 w 5400001"/>
                <a:gd name="connsiteY4" fmla="*/ 0 h 454983"/>
                <a:gd name="connsiteX5" fmla="*/ 3603013 w 5400001"/>
                <a:gd name="connsiteY5" fmla="*/ 0 h 454983"/>
                <a:gd name="connsiteX6" fmla="*/ 4221874 w 5400001"/>
                <a:gd name="connsiteY6" fmla="*/ 0 h 454983"/>
                <a:gd name="connsiteX7" fmla="*/ 5400001 w 5400001"/>
                <a:gd name="connsiteY7" fmla="*/ 0 h 454983"/>
                <a:gd name="connsiteX8" fmla="*/ 4945018 w 5400001"/>
                <a:gd name="connsiteY8" fmla="*/ 454983 h 454983"/>
                <a:gd name="connsiteX9" fmla="*/ 4221874 w 5400001"/>
                <a:gd name="connsiteY9" fmla="*/ 454983 h 454983"/>
                <a:gd name="connsiteX10" fmla="*/ 3148030 w 5400001"/>
                <a:gd name="connsiteY10" fmla="*/ 454983 h 454983"/>
                <a:gd name="connsiteX11" fmla="*/ 2975116 w 5400001"/>
                <a:gd name="connsiteY11" fmla="*/ 454983 h 454983"/>
                <a:gd name="connsiteX12" fmla="*/ 2424886 w 5400001"/>
                <a:gd name="connsiteY12" fmla="*/ 454983 h 454983"/>
                <a:gd name="connsiteX13" fmla="*/ 2251971 w 5400001"/>
                <a:gd name="connsiteY13" fmla="*/ 454983 h 454983"/>
                <a:gd name="connsiteX14" fmla="*/ 1178128 w 5400001"/>
                <a:gd name="connsiteY14" fmla="*/ 454983 h 454983"/>
                <a:gd name="connsiteX15" fmla="*/ 454983 w 5400001"/>
                <a:gd name="connsiteY15" fmla="*/ 454983 h 45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400001" h="454983">
                  <a:moveTo>
                    <a:pt x="0" y="0"/>
                  </a:moveTo>
                  <a:lnTo>
                    <a:pt x="1178128" y="0"/>
                  </a:lnTo>
                  <a:lnTo>
                    <a:pt x="1796988" y="0"/>
                  </a:lnTo>
                  <a:lnTo>
                    <a:pt x="2424886" y="0"/>
                  </a:lnTo>
                  <a:lnTo>
                    <a:pt x="2975116" y="0"/>
                  </a:lnTo>
                  <a:lnTo>
                    <a:pt x="3603013" y="0"/>
                  </a:lnTo>
                  <a:lnTo>
                    <a:pt x="4221874" y="0"/>
                  </a:lnTo>
                  <a:lnTo>
                    <a:pt x="5400001" y="0"/>
                  </a:lnTo>
                  <a:lnTo>
                    <a:pt x="4945018" y="454983"/>
                  </a:lnTo>
                  <a:lnTo>
                    <a:pt x="4221874" y="454983"/>
                  </a:lnTo>
                  <a:lnTo>
                    <a:pt x="3148030" y="454983"/>
                  </a:lnTo>
                  <a:lnTo>
                    <a:pt x="2975116" y="454983"/>
                  </a:lnTo>
                  <a:lnTo>
                    <a:pt x="2424886" y="454983"/>
                  </a:lnTo>
                  <a:lnTo>
                    <a:pt x="2251971" y="454983"/>
                  </a:lnTo>
                  <a:lnTo>
                    <a:pt x="1178128" y="454983"/>
                  </a:lnTo>
                  <a:lnTo>
                    <a:pt x="454983" y="454983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5000"/>
                    <a:lumOff val="95000"/>
                  </a:schemeClr>
                </a:gs>
                <a:gs pos="20000">
                  <a:schemeClr val="accent3">
                    <a:lumMod val="45000"/>
                    <a:lumOff val="55000"/>
                  </a:schemeClr>
                </a:gs>
                <a:gs pos="100000">
                  <a:schemeClr val="accent3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FCD47D1-AEA6-4D74-AEE2-456D52615CCB}"/>
                </a:ext>
              </a:extLst>
            </p:cNvPr>
            <p:cNvSpPr/>
            <p:nvPr userDrawn="1"/>
          </p:nvSpPr>
          <p:spPr>
            <a:xfrm rot="10800000" flipV="1">
              <a:off x="2773083" y="729001"/>
              <a:ext cx="7199994" cy="454983"/>
            </a:xfrm>
            <a:custGeom>
              <a:avLst/>
              <a:gdLst>
                <a:gd name="connsiteX0" fmla="*/ 7199994 w 7199994"/>
                <a:gd name="connsiteY0" fmla="*/ 0 h 454983"/>
                <a:gd name="connsiteX1" fmla="*/ 5003045 w 7199994"/>
                <a:gd name="connsiteY1" fmla="*/ 0 h 454983"/>
                <a:gd name="connsiteX2" fmla="*/ 4775114 w 7199994"/>
                <a:gd name="connsiteY2" fmla="*/ 0 h 454983"/>
                <a:gd name="connsiteX3" fmla="*/ 4621829 w 7199994"/>
                <a:gd name="connsiteY3" fmla="*/ 0 h 454983"/>
                <a:gd name="connsiteX4" fmla="*/ 2578165 w 7199994"/>
                <a:gd name="connsiteY4" fmla="*/ 0 h 454983"/>
                <a:gd name="connsiteX5" fmla="*/ 2424880 w 7199994"/>
                <a:gd name="connsiteY5" fmla="*/ 0 h 454983"/>
                <a:gd name="connsiteX6" fmla="*/ 2196949 w 7199994"/>
                <a:gd name="connsiteY6" fmla="*/ 0 h 454983"/>
                <a:gd name="connsiteX7" fmla="*/ 0 w 7199994"/>
                <a:gd name="connsiteY7" fmla="*/ 0 h 454983"/>
                <a:gd name="connsiteX8" fmla="*/ 454979 w 7199994"/>
                <a:gd name="connsiteY8" fmla="*/ 454983 h 454983"/>
                <a:gd name="connsiteX9" fmla="*/ 2196949 w 7199994"/>
                <a:gd name="connsiteY9" fmla="*/ 454983 h 454983"/>
                <a:gd name="connsiteX10" fmla="*/ 2424880 w 7199994"/>
                <a:gd name="connsiteY10" fmla="*/ 454983 h 454983"/>
                <a:gd name="connsiteX11" fmla="*/ 3033144 w 7199994"/>
                <a:gd name="connsiteY11" fmla="*/ 454983 h 454983"/>
                <a:gd name="connsiteX12" fmla="*/ 4166850 w 7199994"/>
                <a:gd name="connsiteY12" fmla="*/ 454983 h 454983"/>
                <a:gd name="connsiteX13" fmla="*/ 4775114 w 7199994"/>
                <a:gd name="connsiteY13" fmla="*/ 454983 h 454983"/>
                <a:gd name="connsiteX14" fmla="*/ 5003045 w 7199994"/>
                <a:gd name="connsiteY14" fmla="*/ 454983 h 454983"/>
                <a:gd name="connsiteX15" fmla="*/ 6745015 w 7199994"/>
                <a:gd name="connsiteY15" fmla="*/ 454983 h 45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199994" h="454983">
                  <a:moveTo>
                    <a:pt x="7199994" y="0"/>
                  </a:moveTo>
                  <a:lnTo>
                    <a:pt x="5003045" y="0"/>
                  </a:lnTo>
                  <a:lnTo>
                    <a:pt x="4775114" y="0"/>
                  </a:lnTo>
                  <a:lnTo>
                    <a:pt x="4621829" y="0"/>
                  </a:lnTo>
                  <a:lnTo>
                    <a:pt x="2578165" y="0"/>
                  </a:lnTo>
                  <a:lnTo>
                    <a:pt x="2424880" y="0"/>
                  </a:lnTo>
                  <a:lnTo>
                    <a:pt x="2196949" y="0"/>
                  </a:lnTo>
                  <a:lnTo>
                    <a:pt x="0" y="0"/>
                  </a:lnTo>
                  <a:lnTo>
                    <a:pt x="454979" y="454983"/>
                  </a:lnTo>
                  <a:lnTo>
                    <a:pt x="2196949" y="454983"/>
                  </a:lnTo>
                  <a:lnTo>
                    <a:pt x="2424880" y="454983"/>
                  </a:lnTo>
                  <a:lnTo>
                    <a:pt x="3033144" y="454983"/>
                  </a:lnTo>
                  <a:lnTo>
                    <a:pt x="4166850" y="454983"/>
                  </a:lnTo>
                  <a:lnTo>
                    <a:pt x="4775114" y="454983"/>
                  </a:lnTo>
                  <a:lnTo>
                    <a:pt x="5003045" y="454983"/>
                  </a:lnTo>
                  <a:lnTo>
                    <a:pt x="6745015" y="454983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5000"/>
                    <a:lumOff val="95000"/>
                  </a:schemeClr>
                </a:gs>
                <a:gs pos="20000">
                  <a:schemeClr val="accent3">
                    <a:lumMod val="45000"/>
                    <a:lumOff val="55000"/>
                  </a:schemeClr>
                </a:gs>
                <a:gs pos="100000">
                  <a:schemeClr val="accent3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5ECF369B-D5BA-448E-87FF-37481AE2EA5E}"/>
                </a:ext>
              </a:extLst>
            </p:cNvPr>
            <p:cNvSpPr/>
            <p:nvPr userDrawn="1"/>
          </p:nvSpPr>
          <p:spPr>
            <a:xfrm rot="10800000">
              <a:off x="2773083" y="5674017"/>
              <a:ext cx="7199994" cy="454983"/>
            </a:xfrm>
            <a:custGeom>
              <a:avLst/>
              <a:gdLst>
                <a:gd name="connsiteX0" fmla="*/ 6745015 w 7199994"/>
                <a:gd name="connsiteY0" fmla="*/ 454983 h 454983"/>
                <a:gd name="connsiteX1" fmla="*/ 5003045 w 7199994"/>
                <a:gd name="connsiteY1" fmla="*/ 454983 h 454983"/>
                <a:gd name="connsiteX2" fmla="*/ 4775114 w 7199994"/>
                <a:gd name="connsiteY2" fmla="*/ 454983 h 454983"/>
                <a:gd name="connsiteX3" fmla="*/ 4166850 w 7199994"/>
                <a:gd name="connsiteY3" fmla="*/ 454983 h 454983"/>
                <a:gd name="connsiteX4" fmla="*/ 3033144 w 7199994"/>
                <a:gd name="connsiteY4" fmla="*/ 454983 h 454983"/>
                <a:gd name="connsiteX5" fmla="*/ 2424880 w 7199994"/>
                <a:gd name="connsiteY5" fmla="*/ 454983 h 454983"/>
                <a:gd name="connsiteX6" fmla="*/ 2196949 w 7199994"/>
                <a:gd name="connsiteY6" fmla="*/ 454983 h 454983"/>
                <a:gd name="connsiteX7" fmla="*/ 454979 w 7199994"/>
                <a:gd name="connsiteY7" fmla="*/ 454983 h 454983"/>
                <a:gd name="connsiteX8" fmla="*/ 0 w 7199994"/>
                <a:gd name="connsiteY8" fmla="*/ 0 h 454983"/>
                <a:gd name="connsiteX9" fmla="*/ 2196949 w 7199994"/>
                <a:gd name="connsiteY9" fmla="*/ 0 h 454983"/>
                <a:gd name="connsiteX10" fmla="*/ 2424880 w 7199994"/>
                <a:gd name="connsiteY10" fmla="*/ 0 h 454983"/>
                <a:gd name="connsiteX11" fmla="*/ 2578165 w 7199994"/>
                <a:gd name="connsiteY11" fmla="*/ 0 h 454983"/>
                <a:gd name="connsiteX12" fmla="*/ 4621829 w 7199994"/>
                <a:gd name="connsiteY12" fmla="*/ 0 h 454983"/>
                <a:gd name="connsiteX13" fmla="*/ 4775114 w 7199994"/>
                <a:gd name="connsiteY13" fmla="*/ 0 h 454983"/>
                <a:gd name="connsiteX14" fmla="*/ 5003045 w 7199994"/>
                <a:gd name="connsiteY14" fmla="*/ 0 h 454983"/>
                <a:gd name="connsiteX15" fmla="*/ 7199994 w 7199994"/>
                <a:gd name="connsiteY15" fmla="*/ 0 h 45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199994" h="454983">
                  <a:moveTo>
                    <a:pt x="6745015" y="454983"/>
                  </a:moveTo>
                  <a:lnTo>
                    <a:pt x="5003045" y="454983"/>
                  </a:lnTo>
                  <a:lnTo>
                    <a:pt x="4775114" y="454983"/>
                  </a:lnTo>
                  <a:lnTo>
                    <a:pt x="4166850" y="454983"/>
                  </a:lnTo>
                  <a:lnTo>
                    <a:pt x="3033144" y="454983"/>
                  </a:lnTo>
                  <a:lnTo>
                    <a:pt x="2424880" y="454983"/>
                  </a:lnTo>
                  <a:lnTo>
                    <a:pt x="2196949" y="454983"/>
                  </a:lnTo>
                  <a:lnTo>
                    <a:pt x="454979" y="454983"/>
                  </a:lnTo>
                  <a:lnTo>
                    <a:pt x="0" y="0"/>
                  </a:lnTo>
                  <a:lnTo>
                    <a:pt x="2196949" y="0"/>
                  </a:lnTo>
                  <a:lnTo>
                    <a:pt x="2424880" y="0"/>
                  </a:lnTo>
                  <a:lnTo>
                    <a:pt x="2578165" y="0"/>
                  </a:lnTo>
                  <a:lnTo>
                    <a:pt x="4621829" y="0"/>
                  </a:lnTo>
                  <a:lnTo>
                    <a:pt x="4775114" y="0"/>
                  </a:lnTo>
                  <a:lnTo>
                    <a:pt x="5003045" y="0"/>
                  </a:lnTo>
                  <a:lnTo>
                    <a:pt x="7199994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5000"/>
                    <a:lumOff val="95000"/>
                  </a:schemeClr>
                </a:gs>
                <a:gs pos="20000">
                  <a:schemeClr val="accent3">
                    <a:lumMod val="45000"/>
                    <a:lumOff val="55000"/>
                  </a:schemeClr>
                </a:gs>
                <a:gs pos="100000">
                  <a:schemeClr val="accent3">
                    <a:lumMod val="30000"/>
                    <a:lumOff val="70000"/>
                  </a:schemeClr>
                </a:gs>
              </a:gsLst>
              <a:lin ang="16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BAD2D318-BFEE-4612-AED6-480A167D1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680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BC39F1D-C820-412F-B437-D13B9635D01A}"/>
              </a:ext>
            </a:extLst>
          </p:cNvPr>
          <p:cNvGrpSpPr/>
          <p:nvPr userDrawn="1"/>
        </p:nvGrpSpPr>
        <p:grpSpPr>
          <a:xfrm>
            <a:off x="7394388" y="1210839"/>
            <a:ext cx="5555978" cy="4908423"/>
            <a:chOff x="5705617" y="321371"/>
            <a:chExt cx="7395007" cy="6533110"/>
          </a:xfrm>
        </p:grpSpPr>
        <p:grpSp>
          <p:nvGrpSpPr>
            <p:cNvPr id="24" name="Group 23" descr="Frame Shadow Back">
              <a:extLst>
                <a:ext uri="{FF2B5EF4-FFF2-40B4-BE49-F238E27FC236}">
                  <a16:creationId xmlns:a16="http://schemas.microsoft.com/office/drawing/2014/main" id="{7654FA6A-258B-4225-B4D1-091F8C1A0395}"/>
                </a:ext>
              </a:extLst>
            </p:cNvPr>
            <p:cNvGrpSpPr/>
            <p:nvPr userDrawn="1"/>
          </p:nvGrpSpPr>
          <p:grpSpPr>
            <a:xfrm>
              <a:off x="5705617" y="5465933"/>
              <a:ext cx="7395007" cy="887510"/>
              <a:chOff x="-184150" y="3740827"/>
              <a:chExt cx="13550900" cy="914402"/>
            </a:xfrm>
          </p:grpSpPr>
          <p:sp>
            <p:nvSpPr>
              <p:cNvPr id="33" name="Flowchart: Manual Operation 32">
                <a:extLst>
                  <a:ext uri="{FF2B5EF4-FFF2-40B4-BE49-F238E27FC236}">
                    <a16:creationId xmlns:a16="http://schemas.microsoft.com/office/drawing/2014/main" id="{587EDDB2-D7B6-4025-B0ED-429F6E8BF07B}"/>
                  </a:ext>
                </a:extLst>
              </p:cNvPr>
              <p:cNvSpPr/>
              <p:nvPr/>
            </p:nvSpPr>
            <p:spPr>
              <a:xfrm>
                <a:off x="-184150" y="3822700"/>
                <a:ext cx="13550900" cy="832529"/>
              </a:xfrm>
              <a:prstGeom prst="flowChartManualOperation">
                <a:avLst/>
              </a:prstGeom>
              <a:gradFill>
                <a:gsLst>
                  <a:gs pos="0">
                    <a:schemeClr val="tx1">
                      <a:alpha val="0"/>
                    </a:schemeClr>
                  </a:gs>
                  <a:gs pos="100000">
                    <a:schemeClr val="tx1">
                      <a:alpha val="39000"/>
                    </a:schemeClr>
                  </a:gs>
                </a:gsLst>
                <a:lin ang="5400000" scaled="1"/>
              </a:gradFill>
              <a:ln>
                <a:noFill/>
              </a:ln>
              <a:effectLst>
                <a:softEdge rad="127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42" name="Flowchart: Manual Operation 41">
                <a:extLst>
                  <a:ext uri="{FF2B5EF4-FFF2-40B4-BE49-F238E27FC236}">
                    <a16:creationId xmlns:a16="http://schemas.microsoft.com/office/drawing/2014/main" id="{66550602-86D7-4FB1-912A-B6C604C18B9A}"/>
                  </a:ext>
                </a:extLst>
              </p:cNvPr>
              <p:cNvSpPr/>
              <p:nvPr/>
            </p:nvSpPr>
            <p:spPr>
              <a:xfrm>
                <a:off x="-184150" y="3740828"/>
                <a:ext cx="13550900" cy="832529"/>
              </a:xfrm>
              <a:prstGeom prst="flowChartManualOperation">
                <a:avLst/>
              </a:prstGeom>
              <a:gradFill>
                <a:gsLst>
                  <a:gs pos="65000">
                    <a:schemeClr val="tx1">
                      <a:alpha val="0"/>
                    </a:schemeClr>
                  </a:gs>
                  <a:gs pos="100000">
                    <a:schemeClr val="tx1">
                      <a:alpha val="39000"/>
                    </a:schemeClr>
                  </a:gs>
                </a:gsLst>
                <a:lin ang="5400000" scaled="1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43" name="Rectangle: Rounded Corners 42" descr="Frame Shadow Front">
              <a:extLst>
                <a:ext uri="{FF2B5EF4-FFF2-40B4-BE49-F238E27FC236}">
                  <a16:creationId xmlns:a16="http://schemas.microsoft.com/office/drawing/2014/main" id="{B201A395-6BA0-4632-8589-100F6C652062}"/>
                </a:ext>
              </a:extLst>
            </p:cNvPr>
            <p:cNvSpPr/>
            <p:nvPr userDrawn="1"/>
          </p:nvSpPr>
          <p:spPr>
            <a:xfrm>
              <a:off x="6251219" y="6097637"/>
              <a:ext cx="6099893" cy="756844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6000"/>
              </a:schemeClr>
            </a:soli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258AB580-9BFF-4F3F-B4FB-B371448722F4}"/>
                </a:ext>
              </a:extLst>
            </p:cNvPr>
            <p:cNvSpPr>
              <a:spLocks/>
            </p:cNvSpPr>
            <p:nvPr userDrawn="1"/>
          </p:nvSpPr>
          <p:spPr>
            <a:xfrm rot="16200000" flipH="1">
              <a:off x="6818645" y="1441192"/>
              <a:ext cx="5198387" cy="37107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innerShdw blurRad="127000" dist="50800" dir="9180000">
                <a:prstClr val="black">
                  <a:alpha val="6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C6381E2B-F4C7-4888-BE4C-0C30BAF9E1C7}"/>
                </a:ext>
              </a:extLst>
            </p:cNvPr>
            <p:cNvSpPr>
              <a:spLocks/>
            </p:cNvSpPr>
            <p:nvPr userDrawn="1"/>
          </p:nvSpPr>
          <p:spPr>
            <a:xfrm rot="16200000" flipH="1">
              <a:off x="8485457" y="3109137"/>
              <a:ext cx="5950408" cy="37487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9FB581C7-3465-4A57-8F06-B5984E0844C8}"/>
                </a:ext>
              </a:extLst>
            </p:cNvPr>
            <p:cNvSpPr>
              <a:spLocks/>
            </p:cNvSpPr>
            <p:nvPr userDrawn="1"/>
          </p:nvSpPr>
          <p:spPr>
            <a:xfrm rot="16200000" flipH="1">
              <a:off x="4397524" y="3109137"/>
              <a:ext cx="5950408" cy="37487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B087864E-9B1D-488F-972F-0F944D89B851}"/>
                </a:ext>
              </a:extLst>
            </p:cNvPr>
            <p:cNvSpPr/>
            <p:nvPr userDrawn="1"/>
          </p:nvSpPr>
          <p:spPr>
            <a:xfrm flipV="1">
              <a:off x="7185290" y="5895761"/>
              <a:ext cx="4462811" cy="376019"/>
            </a:xfrm>
            <a:custGeom>
              <a:avLst/>
              <a:gdLst>
                <a:gd name="connsiteX0" fmla="*/ 5400001 w 5400001"/>
                <a:gd name="connsiteY0" fmla="*/ 0 h 454983"/>
                <a:gd name="connsiteX1" fmla="*/ 4945018 w 5400001"/>
                <a:gd name="connsiteY1" fmla="*/ 454983 h 454983"/>
                <a:gd name="connsiteX2" fmla="*/ 4221873 w 5400001"/>
                <a:gd name="connsiteY2" fmla="*/ 454983 h 454983"/>
                <a:gd name="connsiteX3" fmla="*/ 3148030 w 5400001"/>
                <a:gd name="connsiteY3" fmla="*/ 454983 h 454983"/>
                <a:gd name="connsiteX4" fmla="*/ 2975116 w 5400001"/>
                <a:gd name="connsiteY4" fmla="*/ 454983 h 454983"/>
                <a:gd name="connsiteX5" fmla="*/ 2424886 w 5400001"/>
                <a:gd name="connsiteY5" fmla="*/ 454983 h 454983"/>
                <a:gd name="connsiteX6" fmla="*/ 2251971 w 5400001"/>
                <a:gd name="connsiteY6" fmla="*/ 454983 h 454983"/>
                <a:gd name="connsiteX7" fmla="*/ 1178128 w 5400001"/>
                <a:gd name="connsiteY7" fmla="*/ 454983 h 454983"/>
                <a:gd name="connsiteX8" fmla="*/ 454983 w 5400001"/>
                <a:gd name="connsiteY8" fmla="*/ 454983 h 454983"/>
                <a:gd name="connsiteX9" fmla="*/ 0 w 5400001"/>
                <a:gd name="connsiteY9" fmla="*/ 0 h 454983"/>
                <a:gd name="connsiteX10" fmla="*/ 1178128 w 5400001"/>
                <a:gd name="connsiteY10" fmla="*/ 0 h 454983"/>
                <a:gd name="connsiteX11" fmla="*/ 1796988 w 5400001"/>
                <a:gd name="connsiteY11" fmla="*/ 0 h 454983"/>
                <a:gd name="connsiteX12" fmla="*/ 2424886 w 5400001"/>
                <a:gd name="connsiteY12" fmla="*/ 0 h 454983"/>
                <a:gd name="connsiteX13" fmla="*/ 2975116 w 5400001"/>
                <a:gd name="connsiteY13" fmla="*/ 0 h 454983"/>
                <a:gd name="connsiteX14" fmla="*/ 3603013 w 5400001"/>
                <a:gd name="connsiteY14" fmla="*/ 0 h 454983"/>
                <a:gd name="connsiteX15" fmla="*/ 4221873 w 5400001"/>
                <a:gd name="connsiteY15" fmla="*/ 0 h 45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400001" h="454983">
                  <a:moveTo>
                    <a:pt x="5400001" y="0"/>
                  </a:moveTo>
                  <a:lnTo>
                    <a:pt x="4945018" y="454983"/>
                  </a:lnTo>
                  <a:lnTo>
                    <a:pt x="4221873" y="454983"/>
                  </a:lnTo>
                  <a:lnTo>
                    <a:pt x="3148030" y="454983"/>
                  </a:lnTo>
                  <a:lnTo>
                    <a:pt x="2975116" y="454983"/>
                  </a:lnTo>
                  <a:lnTo>
                    <a:pt x="2424886" y="454983"/>
                  </a:lnTo>
                  <a:lnTo>
                    <a:pt x="2251971" y="454983"/>
                  </a:lnTo>
                  <a:lnTo>
                    <a:pt x="1178128" y="454983"/>
                  </a:lnTo>
                  <a:lnTo>
                    <a:pt x="454983" y="454983"/>
                  </a:lnTo>
                  <a:lnTo>
                    <a:pt x="0" y="0"/>
                  </a:lnTo>
                  <a:lnTo>
                    <a:pt x="1178128" y="0"/>
                  </a:lnTo>
                  <a:lnTo>
                    <a:pt x="1796988" y="0"/>
                  </a:lnTo>
                  <a:lnTo>
                    <a:pt x="2424886" y="0"/>
                  </a:lnTo>
                  <a:lnTo>
                    <a:pt x="2975116" y="0"/>
                  </a:lnTo>
                  <a:lnTo>
                    <a:pt x="3603013" y="0"/>
                  </a:lnTo>
                  <a:lnTo>
                    <a:pt x="4221873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5000"/>
                    <a:lumOff val="95000"/>
                  </a:schemeClr>
                </a:gs>
                <a:gs pos="20000">
                  <a:schemeClr val="accent3">
                    <a:lumMod val="45000"/>
                    <a:lumOff val="55000"/>
                  </a:schemeClr>
                </a:gs>
                <a:gs pos="100000">
                  <a:schemeClr val="accent3">
                    <a:lumMod val="30000"/>
                    <a:lumOff val="70000"/>
                  </a:schemeClr>
                </a:gs>
              </a:gsLst>
              <a:lin ang="16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9A1434A6-2071-4729-928F-7EBBA5C6AAC8}"/>
                </a:ext>
              </a:extLst>
            </p:cNvPr>
            <p:cNvSpPr/>
            <p:nvPr userDrawn="1"/>
          </p:nvSpPr>
          <p:spPr>
            <a:xfrm flipH="1">
              <a:off x="7185288" y="321372"/>
              <a:ext cx="4462811" cy="376019"/>
            </a:xfrm>
            <a:custGeom>
              <a:avLst/>
              <a:gdLst>
                <a:gd name="connsiteX0" fmla="*/ 0 w 5400001"/>
                <a:gd name="connsiteY0" fmla="*/ 0 h 454983"/>
                <a:gd name="connsiteX1" fmla="*/ 1178128 w 5400001"/>
                <a:gd name="connsiteY1" fmla="*/ 0 h 454983"/>
                <a:gd name="connsiteX2" fmla="*/ 1796988 w 5400001"/>
                <a:gd name="connsiteY2" fmla="*/ 0 h 454983"/>
                <a:gd name="connsiteX3" fmla="*/ 2424886 w 5400001"/>
                <a:gd name="connsiteY3" fmla="*/ 0 h 454983"/>
                <a:gd name="connsiteX4" fmla="*/ 2975116 w 5400001"/>
                <a:gd name="connsiteY4" fmla="*/ 0 h 454983"/>
                <a:gd name="connsiteX5" fmla="*/ 3603013 w 5400001"/>
                <a:gd name="connsiteY5" fmla="*/ 0 h 454983"/>
                <a:gd name="connsiteX6" fmla="*/ 4221874 w 5400001"/>
                <a:gd name="connsiteY6" fmla="*/ 0 h 454983"/>
                <a:gd name="connsiteX7" fmla="*/ 5400001 w 5400001"/>
                <a:gd name="connsiteY7" fmla="*/ 0 h 454983"/>
                <a:gd name="connsiteX8" fmla="*/ 4945018 w 5400001"/>
                <a:gd name="connsiteY8" fmla="*/ 454983 h 454983"/>
                <a:gd name="connsiteX9" fmla="*/ 4221874 w 5400001"/>
                <a:gd name="connsiteY9" fmla="*/ 454983 h 454983"/>
                <a:gd name="connsiteX10" fmla="*/ 3148030 w 5400001"/>
                <a:gd name="connsiteY10" fmla="*/ 454983 h 454983"/>
                <a:gd name="connsiteX11" fmla="*/ 2975116 w 5400001"/>
                <a:gd name="connsiteY11" fmla="*/ 454983 h 454983"/>
                <a:gd name="connsiteX12" fmla="*/ 2424886 w 5400001"/>
                <a:gd name="connsiteY12" fmla="*/ 454983 h 454983"/>
                <a:gd name="connsiteX13" fmla="*/ 2251971 w 5400001"/>
                <a:gd name="connsiteY13" fmla="*/ 454983 h 454983"/>
                <a:gd name="connsiteX14" fmla="*/ 1178128 w 5400001"/>
                <a:gd name="connsiteY14" fmla="*/ 454983 h 454983"/>
                <a:gd name="connsiteX15" fmla="*/ 454983 w 5400001"/>
                <a:gd name="connsiteY15" fmla="*/ 454983 h 45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400001" h="454983">
                  <a:moveTo>
                    <a:pt x="0" y="0"/>
                  </a:moveTo>
                  <a:lnTo>
                    <a:pt x="1178128" y="0"/>
                  </a:lnTo>
                  <a:lnTo>
                    <a:pt x="1796988" y="0"/>
                  </a:lnTo>
                  <a:lnTo>
                    <a:pt x="2424886" y="0"/>
                  </a:lnTo>
                  <a:lnTo>
                    <a:pt x="2975116" y="0"/>
                  </a:lnTo>
                  <a:lnTo>
                    <a:pt x="3603013" y="0"/>
                  </a:lnTo>
                  <a:lnTo>
                    <a:pt x="4221874" y="0"/>
                  </a:lnTo>
                  <a:lnTo>
                    <a:pt x="5400001" y="0"/>
                  </a:lnTo>
                  <a:lnTo>
                    <a:pt x="4945018" y="454983"/>
                  </a:lnTo>
                  <a:lnTo>
                    <a:pt x="4221874" y="454983"/>
                  </a:lnTo>
                  <a:lnTo>
                    <a:pt x="3148030" y="454983"/>
                  </a:lnTo>
                  <a:lnTo>
                    <a:pt x="2975116" y="454983"/>
                  </a:lnTo>
                  <a:lnTo>
                    <a:pt x="2424886" y="454983"/>
                  </a:lnTo>
                  <a:lnTo>
                    <a:pt x="2251971" y="454983"/>
                  </a:lnTo>
                  <a:lnTo>
                    <a:pt x="1178128" y="454983"/>
                  </a:lnTo>
                  <a:lnTo>
                    <a:pt x="454983" y="454983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5000"/>
                    <a:lumOff val="95000"/>
                  </a:schemeClr>
                </a:gs>
                <a:gs pos="20000">
                  <a:schemeClr val="accent3">
                    <a:lumMod val="45000"/>
                    <a:lumOff val="55000"/>
                  </a:schemeClr>
                </a:gs>
                <a:gs pos="100000">
                  <a:schemeClr val="accent3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F1343AE7-7EF8-48EC-A03A-EB1190060FDA}"/>
                </a:ext>
              </a:extLst>
            </p:cNvPr>
            <p:cNvSpPr/>
            <p:nvPr userDrawn="1"/>
          </p:nvSpPr>
          <p:spPr>
            <a:xfrm rot="16200000" flipH="1" flipV="1">
              <a:off x="8484885" y="3108566"/>
              <a:ext cx="5950408" cy="376019"/>
            </a:xfrm>
            <a:custGeom>
              <a:avLst/>
              <a:gdLst>
                <a:gd name="connsiteX0" fmla="*/ 7199994 w 7199994"/>
                <a:gd name="connsiteY0" fmla="*/ 0 h 454983"/>
                <a:gd name="connsiteX1" fmla="*/ 5003045 w 7199994"/>
                <a:gd name="connsiteY1" fmla="*/ 0 h 454983"/>
                <a:gd name="connsiteX2" fmla="*/ 4775114 w 7199994"/>
                <a:gd name="connsiteY2" fmla="*/ 0 h 454983"/>
                <a:gd name="connsiteX3" fmla="*/ 4621829 w 7199994"/>
                <a:gd name="connsiteY3" fmla="*/ 0 h 454983"/>
                <a:gd name="connsiteX4" fmla="*/ 2578165 w 7199994"/>
                <a:gd name="connsiteY4" fmla="*/ 0 h 454983"/>
                <a:gd name="connsiteX5" fmla="*/ 2424880 w 7199994"/>
                <a:gd name="connsiteY5" fmla="*/ 0 h 454983"/>
                <a:gd name="connsiteX6" fmla="*/ 2196949 w 7199994"/>
                <a:gd name="connsiteY6" fmla="*/ 0 h 454983"/>
                <a:gd name="connsiteX7" fmla="*/ 0 w 7199994"/>
                <a:gd name="connsiteY7" fmla="*/ 0 h 454983"/>
                <a:gd name="connsiteX8" fmla="*/ 454979 w 7199994"/>
                <a:gd name="connsiteY8" fmla="*/ 454983 h 454983"/>
                <a:gd name="connsiteX9" fmla="*/ 2196949 w 7199994"/>
                <a:gd name="connsiteY9" fmla="*/ 454983 h 454983"/>
                <a:gd name="connsiteX10" fmla="*/ 2424880 w 7199994"/>
                <a:gd name="connsiteY10" fmla="*/ 454983 h 454983"/>
                <a:gd name="connsiteX11" fmla="*/ 3033144 w 7199994"/>
                <a:gd name="connsiteY11" fmla="*/ 454983 h 454983"/>
                <a:gd name="connsiteX12" fmla="*/ 4166850 w 7199994"/>
                <a:gd name="connsiteY12" fmla="*/ 454983 h 454983"/>
                <a:gd name="connsiteX13" fmla="*/ 4775114 w 7199994"/>
                <a:gd name="connsiteY13" fmla="*/ 454983 h 454983"/>
                <a:gd name="connsiteX14" fmla="*/ 5003045 w 7199994"/>
                <a:gd name="connsiteY14" fmla="*/ 454983 h 454983"/>
                <a:gd name="connsiteX15" fmla="*/ 6745015 w 7199994"/>
                <a:gd name="connsiteY15" fmla="*/ 454983 h 45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199994" h="454983">
                  <a:moveTo>
                    <a:pt x="7199994" y="0"/>
                  </a:moveTo>
                  <a:lnTo>
                    <a:pt x="5003045" y="0"/>
                  </a:lnTo>
                  <a:lnTo>
                    <a:pt x="4775114" y="0"/>
                  </a:lnTo>
                  <a:lnTo>
                    <a:pt x="4621829" y="0"/>
                  </a:lnTo>
                  <a:lnTo>
                    <a:pt x="2578165" y="0"/>
                  </a:lnTo>
                  <a:lnTo>
                    <a:pt x="2424880" y="0"/>
                  </a:lnTo>
                  <a:lnTo>
                    <a:pt x="2196949" y="0"/>
                  </a:lnTo>
                  <a:lnTo>
                    <a:pt x="0" y="0"/>
                  </a:lnTo>
                  <a:lnTo>
                    <a:pt x="454979" y="454983"/>
                  </a:lnTo>
                  <a:lnTo>
                    <a:pt x="2196949" y="454983"/>
                  </a:lnTo>
                  <a:lnTo>
                    <a:pt x="2424880" y="454983"/>
                  </a:lnTo>
                  <a:lnTo>
                    <a:pt x="3033144" y="454983"/>
                  </a:lnTo>
                  <a:lnTo>
                    <a:pt x="4166850" y="454983"/>
                  </a:lnTo>
                  <a:lnTo>
                    <a:pt x="4775114" y="454983"/>
                  </a:lnTo>
                  <a:lnTo>
                    <a:pt x="5003045" y="454983"/>
                  </a:lnTo>
                  <a:lnTo>
                    <a:pt x="6745015" y="454983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5000"/>
                    <a:lumOff val="95000"/>
                  </a:schemeClr>
                </a:gs>
                <a:gs pos="20000">
                  <a:schemeClr val="accent3">
                    <a:lumMod val="45000"/>
                    <a:lumOff val="55000"/>
                  </a:schemeClr>
                </a:gs>
                <a:gs pos="100000">
                  <a:schemeClr val="accent3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B085F18C-4323-444F-9D2E-FA18DB98AB23}"/>
                </a:ext>
              </a:extLst>
            </p:cNvPr>
            <p:cNvSpPr/>
            <p:nvPr userDrawn="1"/>
          </p:nvSpPr>
          <p:spPr>
            <a:xfrm rot="16200000" flipH="1">
              <a:off x="4398095" y="3108565"/>
              <a:ext cx="5950408" cy="376019"/>
            </a:xfrm>
            <a:custGeom>
              <a:avLst/>
              <a:gdLst>
                <a:gd name="connsiteX0" fmla="*/ 6745015 w 7199994"/>
                <a:gd name="connsiteY0" fmla="*/ 454983 h 454983"/>
                <a:gd name="connsiteX1" fmla="*/ 5003045 w 7199994"/>
                <a:gd name="connsiteY1" fmla="*/ 454983 h 454983"/>
                <a:gd name="connsiteX2" fmla="*/ 4775114 w 7199994"/>
                <a:gd name="connsiteY2" fmla="*/ 454983 h 454983"/>
                <a:gd name="connsiteX3" fmla="*/ 4166850 w 7199994"/>
                <a:gd name="connsiteY3" fmla="*/ 454983 h 454983"/>
                <a:gd name="connsiteX4" fmla="*/ 3033144 w 7199994"/>
                <a:gd name="connsiteY4" fmla="*/ 454983 h 454983"/>
                <a:gd name="connsiteX5" fmla="*/ 2424880 w 7199994"/>
                <a:gd name="connsiteY5" fmla="*/ 454983 h 454983"/>
                <a:gd name="connsiteX6" fmla="*/ 2196949 w 7199994"/>
                <a:gd name="connsiteY6" fmla="*/ 454983 h 454983"/>
                <a:gd name="connsiteX7" fmla="*/ 454979 w 7199994"/>
                <a:gd name="connsiteY7" fmla="*/ 454983 h 454983"/>
                <a:gd name="connsiteX8" fmla="*/ 0 w 7199994"/>
                <a:gd name="connsiteY8" fmla="*/ 0 h 454983"/>
                <a:gd name="connsiteX9" fmla="*/ 2196949 w 7199994"/>
                <a:gd name="connsiteY9" fmla="*/ 0 h 454983"/>
                <a:gd name="connsiteX10" fmla="*/ 2424880 w 7199994"/>
                <a:gd name="connsiteY10" fmla="*/ 0 h 454983"/>
                <a:gd name="connsiteX11" fmla="*/ 2578165 w 7199994"/>
                <a:gd name="connsiteY11" fmla="*/ 0 h 454983"/>
                <a:gd name="connsiteX12" fmla="*/ 4621829 w 7199994"/>
                <a:gd name="connsiteY12" fmla="*/ 0 h 454983"/>
                <a:gd name="connsiteX13" fmla="*/ 4775114 w 7199994"/>
                <a:gd name="connsiteY13" fmla="*/ 0 h 454983"/>
                <a:gd name="connsiteX14" fmla="*/ 5003045 w 7199994"/>
                <a:gd name="connsiteY14" fmla="*/ 0 h 454983"/>
                <a:gd name="connsiteX15" fmla="*/ 7199994 w 7199994"/>
                <a:gd name="connsiteY15" fmla="*/ 0 h 45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199994" h="454983">
                  <a:moveTo>
                    <a:pt x="6745015" y="454983"/>
                  </a:moveTo>
                  <a:lnTo>
                    <a:pt x="5003045" y="454983"/>
                  </a:lnTo>
                  <a:lnTo>
                    <a:pt x="4775114" y="454983"/>
                  </a:lnTo>
                  <a:lnTo>
                    <a:pt x="4166850" y="454983"/>
                  </a:lnTo>
                  <a:lnTo>
                    <a:pt x="3033144" y="454983"/>
                  </a:lnTo>
                  <a:lnTo>
                    <a:pt x="2424880" y="454983"/>
                  </a:lnTo>
                  <a:lnTo>
                    <a:pt x="2196949" y="454983"/>
                  </a:lnTo>
                  <a:lnTo>
                    <a:pt x="454979" y="454983"/>
                  </a:lnTo>
                  <a:lnTo>
                    <a:pt x="0" y="0"/>
                  </a:lnTo>
                  <a:lnTo>
                    <a:pt x="2196949" y="0"/>
                  </a:lnTo>
                  <a:lnTo>
                    <a:pt x="2424880" y="0"/>
                  </a:lnTo>
                  <a:lnTo>
                    <a:pt x="2578165" y="0"/>
                  </a:lnTo>
                  <a:lnTo>
                    <a:pt x="4621829" y="0"/>
                  </a:lnTo>
                  <a:lnTo>
                    <a:pt x="4775114" y="0"/>
                  </a:lnTo>
                  <a:lnTo>
                    <a:pt x="5003045" y="0"/>
                  </a:lnTo>
                  <a:lnTo>
                    <a:pt x="7199994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5000"/>
                    <a:lumOff val="95000"/>
                  </a:schemeClr>
                </a:gs>
                <a:gs pos="20000">
                  <a:schemeClr val="accent3">
                    <a:lumMod val="45000"/>
                    <a:lumOff val="55000"/>
                  </a:schemeClr>
                </a:gs>
                <a:gs pos="100000">
                  <a:schemeClr val="accent3">
                    <a:lumMod val="30000"/>
                    <a:lumOff val="70000"/>
                  </a:schemeClr>
                </a:gs>
              </a:gsLst>
              <a:lin ang="16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53" name="Picture Placeholder 52">
            <a:extLst>
              <a:ext uri="{FF2B5EF4-FFF2-40B4-BE49-F238E27FC236}">
                <a16:creationId xmlns:a16="http://schemas.microsoft.com/office/drawing/2014/main" id="{12B9EAEB-71E4-4C84-91AB-53D36DADF41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2282985" y="2085976"/>
            <a:ext cx="4048125" cy="2676525"/>
          </a:xfrm>
          <a:custGeom>
            <a:avLst/>
            <a:gdLst>
              <a:gd name="connsiteX0" fmla="*/ 0 w 4048125"/>
              <a:gd name="connsiteY0" fmla="*/ 0 h 2676525"/>
              <a:gd name="connsiteX1" fmla="*/ 4048125 w 4048125"/>
              <a:gd name="connsiteY1" fmla="*/ 133350 h 2676525"/>
              <a:gd name="connsiteX2" fmla="*/ 4048125 w 4048125"/>
              <a:gd name="connsiteY2" fmla="*/ 2533650 h 2676525"/>
              <a:gd name="connsiteX3" fmla="*/ 0 w 4048125"/>
              <a:gd name="connsiteY3" fmla="*/ 2676525 h 2676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48125" h="2676525">
                <a:moveTo>
                  <a:pt x="0" y="0"/>
                </a:moveTo>
                <a:lnTo>
                  <a:pt x="4048125" y="133350"/>
                </a:lnTo>
                <a:lnTo>
                  <a:pt x="4048125" y="2533650"/>
                </a:lnTo>
                <a:lnTo>
                  <a:pt x="0" y="2676525"/>
                </a:lnTo>
                <a:close/>
              </a:path>
            </a:pathLst>
          </a:custGeom>
          <a:solidFill>
            <a:schemeClr val="bg2"/>
          </a:solidFill>
          <a:ln w="190500">
            <a:solidFill>
              <a:schemeClr val="tx1"/>
            </a:solidFill>
            <a:miter lim="800000"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600" i="1"/>
            </a:lvl1pPr>
          </a:lstStyle>
          <a:p>
            <a:r>
              <a:rPr lang="en-US" noProof="0" dirty="0"/>
              <a:t>Drag &amp; Drop or Insert your Image</a:t>
            </a:r>
          </a:p>
        </p:txBody>
      </p:sp>
      <p:sp>
        <p:nvSpPr>
          <p:cNvPr id="52" name="Picture Placeholder 51">
            <a:extLst>
              <a:ext uri="{FF2B5EF4-FFF2-40B4-BE49-F238E27FC236}">
                <a16:creationId xmlns:a16="http://schemas.microsoft.com/office/drawing/2014/main" id="{8D55595F-76EE-41E2-920E-D4E732F97BE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9274379" y="1980354"/>
            <a:ext cx="1844138" cy="2786690"/>
          </a:xfrm>
          <a:custGeom>
            <a:avLst/>
            <a:gdLst>
              <a:gd name="connsiteX0" fmla="*/ 0 w 2231407"/>
              <a:gd name="connsiteY0" fmla="*/ 0 h 3709084"/>
              <a:gd name="connsiteX1" fmla="*/ 2231407 w 2231407"/>
              <a:gd name="connsiteY1" fmla="*/ 0 h 3709084"/>
              <a:gd name="connsiteX2" fmla="*/ 2231407 w 2231407"/>
              <a:gd name="connsiteY2" fmla="*/ 3709084 h 3709084"/>
              <a:gd name="connsiteX3" fmla="*/ 0 w 2231407"/>
              <a:gd name="connsiteY3" fmla="*/ 3709084 h 3709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31407" h="3709084">
                <a:moveTo>
                  <a:pt x="0" y="0"/>
                </a:moveTo>
                <a:lnTo>
                  <a:pt x="2231407" y="0"/>
                </a:lnTo>
                <a:lnTo>
                  <a:pt x="2231407" y="3709084"/>
                </a:lnTo>
                <a:lnTo>
                  <a:pt x="0" y="3709084"/>
                </a:lnTo>
                <a:close/>
              </a:path>
            </a:pathLst>
          </a:custGeom>
          <a:solidFill>
            <a:schemeClr val="bg2"/>
          </a:solidFill>
          <a:ln w="190500">
            <a:solidFill>
              <a:schemeClr val="tx1"/>
            </a:solidFill>
            <a:miter lim="800000"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600" i="1"/>
            </a:lvl1pPr>
          </a:lstStyle>
          <a:p>
            <a:r>
              <a:rPr lang="en-US" noProof="0" dirty="0"/>
              <a:t>Drag &amp; Drop or Insert your Image</a:t>
            </a: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6F507E0D-7936-44C1-8055-6AC807F1CB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79733" y="5232134"/>
            <a:ext cx="2029566" cy="4405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/>
            </a:lvl1pPr>
          </a:lstStyle>
          <a:p>
            <a:pPr lvl="0"/>
            <a:r>
              <a:rPr lang="en-US" noProof="0"/>
              <a:t>Caption / Credits 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970F963-E773-48C2-B1C2-77474749D51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35483" y="700976"/>
            <a:ext cx="2029566" cy="440500"/>
          </a:xfrm>
        </p:spPr>
        <p:txBody>
          <a:bodyPr anchor="b">
            <a:normAutofit/>
          </a:bodyPr>
          <a:lstStyle>
            <a:lvl1pPr marL="0" indent="0" algn="l">
              <a:buNone/>
              <a:defRPr sz="1600"/>
            </a:lvl1pPr>
          </a:lstStyle>
          <a:p>
            <a:pPr lvl="0"/>
            <a:r>
              <a:rPr lang="en-US" noProof="0"/>
              <a:t>Caption / Credits </a:t>
            </a:r>
          </a:p>
        </p:txBody>
      </p:sp>
    </p:spTree>
    <p:extLst>
      <p:ext uri="{BB962C8B-B14F-4D97-AF65-F5344CB8AC3E}">
        <p14:creationId xmlns:p14="http://schemas.microsoft.com/office/powerpoint/2010/main" val="1324920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X Images Option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3DD3AA7-AC2B-47B6-81F0-82E5A0182893}"/>
              </a:ext>
            </a:extLst>
          </p:cNvPr>
          <p:cNvGrpSpPr/>
          <p:nvPr userDrawn="1"/>
        </p:nvGrpSpPr>
        <p:grpSpPr>
          <a:xfrm>
            <a:off x="-927005" y="1294575"/>
            <a:ext cx="5555978" cy="4908423"/>
            <a:chOff x="2398496" y="321370"/>
            <a:chExt cx="7395007" cy="6533110"/>
          </a:xfrm>
        </p:grpSpPr>
        <p:grpSp>
          <p:nvGrpSpPr>
            <p:cNvPr id="88" name="Group 87" descr="Frame Shadow Back">
              <a:extLst>
                <a:ext uri="{FF2B5EF4-FFF2-40B4-BE49-F238E27FC236}">
                  <a16:creationId xmlns:a16="http://schemas.microsoft.com/office/drawing/2014/main" id="{26196EFC-9422-42DB-B21B-FF27FDE39901}"/>
                </a:ext>
              </a:extLst>
            </p:cNvPr>
            <p:cNvGrpSpPr/>
            <p:nvPr userDrawn="1"/>
          </p:nvGrpSpPr>
          <p:grpSpPr>
            <a:xfrm>
              <a:off x="2398496" y="5465932"/>
              <a:ext cx="7395007" cy="887510"/>
              <a:chOff x="-184150" y="3740827"/>
              <a:chExt cx="13550900" cy="914402"/>
            </a:xfrm>
          </p:grpSpPr>
          <p:sp>
            <p:nvSpPr>
              <p:cNvPr id="89" name="Flowchart: Manual Operation 88">
                <a:extLst>
                  <a:ext uri="{FF2B5EF4-FFF2-40B4-BE49-F238E27FC236}">
                    <a16:creationId xmlns:a16="http://schemas.microsoft.com/office/drawing/2014/main" id="{38B0B6E0-4B23-4B51-9E19-C0755E224CCA}"/>
                  </a:ext>
                </a:extLst>
              </p:cNvPr>
              <p:cNvSpPr/>
              <p:nvPr/>
            </p:nvSpPr>
            <p:spPr>
              <a:xfrm>
                <a:off x="-184150" y="3822700"/>
                <a:ext cx="13550900" cy="832529"/>
              </a:xfrm>
              <a:prstGeom prst="flowChartManualOperation">
                <a:avLst/>
              </a:prstGeom>
              <a:gradFill>
                <a:gsLst>
                  <a:gs pos="0">
                    <a:schemeClr val="tx1">
                      <a:alpha val="0"/>
                    </a:schemeClr>
                  </a:gs>
                  <a:gs pos="100000">
                    <a:schemeClr val="tx1">
                      <a:alpha val="39000"/>
                    </a:schemeClr>
                  </a:gs>
                </a:gsLst>
                <a:lin ang="5400000" scaled="1"/>
              </a:gradFill>
              <a:ln>
                <a:noFill/>
              </a:ln>
              <a:effectLst>
                <a:softEdge rad="127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90" name="Flowchart: Manual Operation 89">
                <a:extLst>
                  <a:ext uri="{FF2B5EF4-FFF2-40B4-BE49-F238E27FC236}">
                    <a16:creationId xmlns:a16="http://schemas.microsoft.com/office/drawing/2014/main" id="{21FF53F4-5FF9-47DD-AB7C-5933BA40D0EB}"/>
                  </a:ext>
                </a:extLst>
              </p:cNvPr>
              <p:cNvSpPr/>
              <p:nvPr/>
            </p:nvSpPr>
            <p:spPr>
              <a:xfrm>
                <a:off x="-184150" y="3740828"/>
                <a:ext cx="13550900" cy="832529"/>
              </a:xfrm>
              <a:prstGeom prst="flowChartManualOperation">
                <a:avLst/>
              </a:prstGeom>
              <a:gradFill>
                <a:gsLst>
                  <a:gs pos="65000">
                    <a:schemeClr val="tx1">
                      <a:alpha val="0"/>
                    </a:schemeClr>
                  </a:gs>
                  <a:gs pos="100000">
                    <a:schemeClr val="tx1">
                      <a:alpha val="39000"/>
                    </a:schemeClr>
                  </a:gs>
                </a:gsLst>
                <a:lin ang="5400000" scaled="1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91" name="Rectangle: Rounded Corners 90" descr="Frame Shadow Front">
              <a:extLst>
                <a:ext uri="{FF2B5EF4-FFF2-40B4-BE49-F238E27FC236}">
                  <a16:creationId xmlns:a16="http://schemas.microsoft.com/office/drawing/2014/main" id="{D196D1B2-5755-4DCC-9B52-14B64CBC18E9}"/>
                </a:ext>
              </a:extLst>
            </p:cNvPr>
            <p:cNvSpPr/>
            <p:nvPr userDrawn="1"/>
          </p:nvSpPr>
          <p:spPr>
            <a:xfrm>
              <a:off x="2944098" y="6097636"/>
              <a:ext cx="6099893" cy="756844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6000"/>
              </a:schemeClr>
            </a:soli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03AE48E6-1B45-4320-BCF4-8A44732FA427}"/>
                </a:ext>
              </a:extLst>
            </p:cNvPr>
            <p:cNvSpPr>
              <a:spLocks/>
            </p:cNvSpPr>
            <p:nvPr userDrawn="1"/>
          </p:nvSpPr>
          <p:spPr>
            <a:xfrm rot="16200000" flipH="1">
              <a:off x="3511524" y="1441191"/>
              <a:ext cx="5198387" cy="37107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innerShdw blurRad="127000" dist="50800" dir="9180000">
                <a:prstClr val="black">
                  <a:alpha val="6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C6242F1C-020A-4851-9A2F-914D7B754188}"/>
                </a:ext>
              </a:extLst>
            </p:cNvPr>
            <p:cNvSpPr>
              <a:spLocks/>
            </p:cNvSpPr>
            <p:nvPr userDrawn="1"/>
          </p:nvSpPr>
          <p:spPr>
            <a:xfrm rot="16200000" flipH="1">
              <a:off x="5178336" y="3109136"/>
              <a:ext cx="5950408" cy="37487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9ECB7038-8910-4B1A-AED9-32C25AB484A8}"/>
                </a:ext>
              </a:extLst>
            </p:cNvPr>
            <p:cNvSpPr>
              <a:spLocks/>
            </p:cNvSpPr>
            <p:nvPr userDrawn="1"/>
          </p:nvSpPr>
          <p:spPr>
            <a:xfrm rot="16200000" flipH="1">
              <a:off x="1090403" y="3109136"/>
              <a:ext cx="5950408" cy="37487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52AC96FB-F8BD-44E9-B3FD-A8F9D296E8F6}"/>
                </a:ext>
              </a:extLst>
            </p:cNvPr>
            <p:cNvSpPr/>
            <p:nvPr userDrawn="1"/>
          </p:nvSpPr>
          <p:spPr>
            <a:xfrm flipV="1">
              <a:off x="3878169" y="5895760"/>
              <a:ext cx="4462811" cy="376019"/>
            </a:xfrm>
            <a:custGeom>
              <a:avLst/>
              <a:gdLst>
                <a:gd name="connsiteX0" fmla="*/ 5400001 w 5400001"/>
                <a:gd name="connsiteY0" fmla="*/ 0 h 454983"/>
                <a:gd name="connsiteX1" fmla="*/ 4945018 w 5400001"/>
                <a:gd name="connsiteY1" fmla="*/ 454983 h 454983"/>
                <a:gd name="connsiteX2" fmla="*/ 4221873 w 5400001"/>
                <a:gd name="connsiteY2" fmla="*/ 454983 h 454983"/>
                <a:gd name="connsiteX3" fmla="*/ 3148030 w 5400001"/>
                <a:gd name="connsiteY3" fmla="*/ 454983 h 454983"/>
                <a:gd name="connsiteX4" fmla="*/ 2975116 w 5400001"/>
                <a:gd name="connsiteY4" fmla="*/ 454983 h 454983"/>
                <a:gd name="connsiteX5" fmla="*/ 2424886 w 5400001"/>
                <a:gd name="connsiteY5" fmla="*/ 454983 h 454983"/>
                <a:gd name="connsiteX6" fmla="*/ 2251971 w 5400001"/>
                <a:gd name="connsiteY6" fmla="*/ 454983 h 454983"/>
                <a:gd name="connsiteX7" fmla="*/ 1178128 w 5400001"/>
                <a:gd name="connsiteY7" fmla="*/ 454983 h 454983"/>
                <a:gd name="connsiteX8" fmla="*/ 454983 w 5400001"/>
                <a:gd name="connsiteY8" fmla="*/ 454983 h 454983"/>
                <a:gd name="connsiteX9" fmla="*/ 0 w 5400001"/>
                <a:gd name="connsiteY9" fmla="*/ 0 h 454983"/>
                <a:gd name="connsiteX10" fmla="*/ 1178128 w 5400001"/>
                <a:gd name="connsiteY10" fmla="*/ 0 h 454983"/>
                <a:gd name="connsiteX11" fmla="*/ 1796988 w 5400001"/>
                <a:gd name="connsiteY11" fmla="*/ 0 h 454983"/>
                <a:gd name="connsiteX12" fmla="*/ 2424886 w 5400001"/>
                <a:gd name="connsiteY12" fmla="*/ 0 h 454983"/>
                <a:gd name="connsiteX13" fmla="*/ 2975116 w 5400001"/>
                <a:gd name="connsiteY13" fmla="*/ 0 h 454983"/>
                <a:gd name="connsiteX14" fmla="*/ 3603013 w 5400001"/>
                <a:gd name="connsiteY14" fmla="*/ 0 h 454983"/>
                <a:gd name="connsiteX15" fmla="*/ 4221873 w 5400001"/>
                <a:gd name="connsiteY15" fmla="*/ 0 h 45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400001" h="454983">
                  <a:moveTo>
                    <a:pt x="5400001" y="0"/>
                  </a:moveTo>
                  <a:lnTo>
                    <a:pt x="4945018" y="454983"/>
                  </a:lnTo>
                  <a:lnTo>
                    <a:pt x="4221873" y="454983"/>
                  </a:lnTo>
                  <a:lnTo>
                    <a:pt x="3148030" y="454983"/>
                  </a:lnTo>
                  <a:lnTo>
                    <a:pt x="2975116" y="454983"/>
                  </a:lnTo>
                  <a:lnTo>
                    <a:pt x="2424886" y="454983"/>
                  </a:lnTo>
                  <a:lnTo>
                    <a:pt x="2251971" y="454983"/>
                  </a:lnTo>
                  <a:lnTo>
                    <a:pt x="1178128" y="454983"/>
                  </a:lnTo>
                  <a:lnTo>
                    <a:pt x="454983" y="454983"/>
                  </a:lnTo>
                  <a:lnTo>
                    <a:pt x="0" y="0"/>
                  </a:lnTo>
                  <a:lnTo>
                    <a:pt x="1178128" y="0"/>
                  </a:lnTo>
                  <a:lnTo>
                    <a:pt x="1796988" y="0"/>
                  </a:lnTo>
                  <a:lnTo>
                    <a:pt x="2424886" y="0"/>
                  </a:lnTo>
                  <a:lnTo>
                    <a:pt x="2975116" y="0"/>
                  </a:lnTo>
                  <a:lnTo>
                    <a:pt x="3603013" y="0"/>
                  </a:lnTo>
                  <a:lnTo>
                    <a:pt x="4221873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5000"/>
                    <a:lumOff val="95000"/>
                  </a:schemeClr>
                </a:gs>
                <a:gs pos="20000">
                  <a:schemeClr val="accent3">
                    <a:lumMod val="45000"/>
                    <a:lumOff val="55000"/>
                  </a:schemeClr>
                </a:gs>
                <a:gs pos="100000">
                  <a:schemeClr val="accent3">
                    <a:lumMod val="30000"/>
                    <a:lumOff val="70000"/>
                  </a:schemeClr>
                </a:gs>
              </a:gsLst>
              <a:lin ang="16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23D65CFE-673E-45BB-99F7-169877885DC4}"/>
                </a:ext>
              </a:extLst>
            </p:cNvPr>
            <p:cNvSpPr/>
            <p:nvPr userDrawn="1"/>
          </p:nvSpPr>
          <p:spPr>
            <a:xfrm flipH="1">
              <a:off x="3878167" y="321371"/>
              <a:ext cx="4462811" cy="376019"/>
            </a:xfrm>
            <a:custGeom>
              <a:avLst/>
              <a:gdLst>
                <a:gd name="connsiteX0" fmla="*/ 0 w 5400001"/>
                <a:gd name="connsiteY0" fmla="*/ 0 h 454983"/>
                <a:gd name="connsiteX1" fmla="*/ 1178128 w 5400001"/>
                <a:gd name="connsiteY1" fmla="*/ 0 h 454983"/>
                <a:gd name="connsiteX2" fmla="*/ 1796988 w 5400001"/>
                <a:gd name="connsiteY2" fmla="*/ 0 h 454983"/>
                <a:gd name="connsiteX3" fmla="*/ 2424886 w 5400001"/>
                <a:gd name="connsiteY3" fmla="*/ 0 h 454983"/>
                <a:gd name="connsiteX4" fmla="*/ 2975116 w 5400001"/>
                <a:gd name="connsiteY4" fmla="*/ 0 h 454983"/>
                <a:gd name="connsiteX5" fmla="*/ 3603013 w 5400001"/>
                <a:gd name="connsiteY5" fmla="*/ 0 h 454983"/>
                <a:gd name="connsiteX6" fmla="*/ 4221874 w 5400001"/>
                <a:gd name="connsiteY6" fmla="*/ 0 h 454983"/>
                <a:gd name="connsiteX7" fmla="*/ 5400001 w 5400001"/>
                <a:gd name="connsiteY7" fmla="*/ 0 h 454983"/>
                <a:gd name="connsiteX8" fmla="*/ 4945018 w 5400001"/>
                <a:gd name="connsiteY8" fmla="*/ 454983 h 454983"/>
                <a:gd name="connsiteX9" fmla="*/ 4221874 w 5400001"/>
                <a:gd name="connsiteY9" fmla="*/ 454983 h 454983"/>
                <a:gd name="connsiteX10" fmla="*/ 3148030 w 5400001"/>
                <a:gd name="connsiteY10" fmla="*/ 454983 h 454983"/>
                <a:gd name="connsiteX11" fmla="*/ 2975116 w 5400001"/>
                <a:gd name="connsiteY11" fmla="*/ 454983 h 454983"/>
                <a:gd name="connsiteX12" fmla="*/ 2424886 w 5400001"/>
                <a:gd name="connsiteY12" fmla="*/ 454983 h 454983"/>
                <a:gd name="connsiteX13" fmla="*/ 2251971 w 5400001"/>
                <a:gd name="connsiteY13" fmla="*/ 454983 h 454983"/>
                <a:gd name="connsiteX14" fmla="*/ 1178128 w 5400001"/>
                <a:gd name="connsiteY14" fmla="*/ 454983 h 454983"/>
                <a:gd name="connsiteX15" fmla="*/ 454983 w 5400001"/>
                <a:gd name="connsiteY15" fmla="*/ 454983 h 45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400001" h="454983">
                  <a:moveTo>
                    <a:pt x="0" y="0"/>
                  </a:moveTo>
                  <a:lnTo>
                    <a:pt x="1178128" y="0"/>
                  </a:lnTo>
                  <a:lnTo>
                    <a:pt x="1796988" y="0"/>
                  </a:lnTo>
                  <a:lnTo>
                    <a:pt x="2424886" y="0"/>
                  </a:lnTo>
                  <a:lnTo>
                    <a:pt x="2975116" y="0"/>
                  </a:lnTo>
                  <a:lnTo>
                    <a:pt x="3603013" y="0"/>
                  </a:lnTo>
                  <a:lnTo>
                    <a:pt x="4221874" y="0"/>
                  </a:lnTo>
                  <a:lnTo>
                    <a:pt x="5400001" y="0"/>
                  </a:lnTo>
                  <a:lnTo>
                    <a:pt x="4945018" y="454983"/>
                  </a:lnTo>
                  <a:lnTo>
                    <a:pt x="4221874" y="454983"/>
                  </a:lnTo>
                  <a:lnTo>
                    <a:pt x="3148030" y="454983"/>
                  </a:lnTo>
                  <a:lnTo>
                    <a:pt x="2975116" y="454983"/>
                  </a:lnTo>
                  <a:lnTo>
                    <a:pt x="2424886" y="454983"/>
                  </a:lnTo>
                  <a:lnTo>
                    <a:pt x="2251971" y="454983"/>
                  </a:lnTo>
                  <a:lnTo>
                    <a:pt x="1178128" y="454983"/>
                  </a:lnTo>
                  <a:lnTo>
                    <a:pt x="454983" y="454983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5000"/>
                    <a:lumOff val="95000"/>
                  </a:schemeClr>
                </a:gs>
                <a:gs pos="20000">
                  <a:schemeClr val="accent3">
                    <a:lumMod val="45000"/>
                    <a:lumOff val="55000"/>
                  </a:schemeClr>
                </a:gs>
                <a:gs pos="100000">
                  <a:schemeClr val="accent3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739C72C5-9C47-4396-A011-4CA2426BA847}"/>
                </a:ext>
              </a:extLst>
            </p:cNvPr>
            <p:cNvSpPr/>
            <p:nvPr userDrawn="1"/>
          </p:nvSpPr>
          <p:spPr>
            <a:xfrm rot="16200000" flipH="1" flipV="1">
              <a:off x="5177764" y="3108565"/>
              <a:ext cx="5950408" cy="376019"/>
            </a:xfrm>
            <a:custGeom>
              <a:avLst/>
              <a:gdLst>
                <a:gd name="connsiteX0" fmla="*/ 7199994 w 7199994"/>
                <a:gd name="connsiteY0" fmla="*/ 0 h 454983"/>
                <a:gd name="connsiteX1" fmla="*/ 5003045 w 7199994"/>
                <a:gd name="connsiteY1" fmla="*/ 0 h 454983"/>
                <a:gd name="connsiteX2" fmla="*/ 4775114 w 7199994"/>
                <a:gd name="connsiteY2" fmla="*/ 0 h 454983"/>
                <a:gd name="connsiteX3" fmla="*/ 4621829 w 7199994"/>
                <a:gd name="connsiteY3" fmla="*/ 0 h 454983"/>
                <a:gd name="connsiteX4" fmla="*/ 2578165 w 7199994"/>
                <a:gd name="connsiteY4" fmla="*/ 0 h 454983"/>
                <a:gd name="connsiteX5" fmla="*/ 2424880 w 7199994"/>
                <a:gd name="connsiteY5" fmla="*/ 0 h 454983"/>
                <a:gd name="connsiteX6" fmla="*/ 2196949 w 7199994"/>
                <a:gd name="connsiteY6" fmla="*/ 0 h 454983"/>
                <a:gd name="connsiteX7" fmla="*/ 0 w 7199994"/>
                <a:gd name="connsiteY7" fmla="*/ 0 h 454983"/>
                <a:gd name="connsiteX8" fmla="*/ 454979 w 7199994"/>
                <a:gd name="connsiteY8" fmla="*/ 454983 h 454983"/>
                <a:gd name="connsiteX9" fmla="*/ 2196949 w 7199994"/>
                <a:gd name="connsiteY9" fmla="*/ 454983 h 454983"/>
                <a:gd name="connsiteX10" fmla="*/ 2424880 w 7199994"/>
                <a:gd name="connsiteY10" fmla="*/ 454983 h 454983"/>
                <a:gd name="connsiteX11" fmla="*/ 3033144 w 7199994"/>
                <a:gd name="connsiteY11" fmla="*/ 454983 h 454983"/>
                <a:gd name="connsiteX12" fmla="*/ 4166850 w 7199994"/>
                <a:gd name="connsiteY12" fmla="*/ 454983 h 454983"/>
                <a:gd name="connsiteX13" fmla="*/ 4775114 w 7199994"/>
                <a:gd name="connsiteY13" fmla="*/ 454983 h 454983"/>
                <a:gd name="connsiteX14" fmla="*/ 5003045 w 7199994"/>
                <a:gd name="connsiteY14" fmla="*/ 454983 h 454983"/>
                <a:gd name="connsiteX15" fmla="*/ 6745015 w 7199994"/>
                <a:gd name="connsiteY15" fmla="*/ 454983 h 45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199994" h="454983">
                  <a:moveTo>
                    <a:pt x="7199994" y="0"/>
                  </a:moveTo>
                  <a:lnTo>
                    <a:pt x="5003045" y="0"/>
                  </a:lnTo>
                  <a:lnTo>
                    <a:pt x="4775114" y="0"/>
                  </a:lnTo>
                  <a:lnTo>
                    <a:pt x="4621829" y="0"/>
                  </a:lnTo>
                  <a:lnTo>
                    <a:pt x="2578165" y="0"/>
                  </a:lnTo>
                  <a:lnTo>
                    <a:pt x="2424880" y="0"/>
                  </a:lnTo>
                  <a:lnTo>
                    <a:pt x="2196949" y="0"/>
                  </a:lnTo>
                  <a:lnTo>
                    <a:pt x="0" y="0"/>
                  </a:lnTo>
                  <a:lnTo>
                    <a:pt x="454979" y="454983"/>
                  </a:lnTo>
                  <a:lnTo>
                    <a:pt x="2196949" y="454983"/>
                  </a:lnTo>
                  <a:lnTo>
                    <a:pt x="2424880" y="454983"/>
                  </a:lnTo>
                  <a:lnTo>
                    <a:pt x="3033144" y="454983"/>
                  </a:lnTo>
                  <a:lnTo>
                    <a:pt x="4166850" y="454983"/>
                  </a:lnTo>
                  <a:lnTo>
                    <a:pt x="4775114" y="454983"/>
                  </a:lnTo>
                  <a:lnTo>
                    <a:pt x="5003045" y="454983"/>
                  </a:lnTo>
                  <a:lnTo>
                    <a:pt x="6745015" y="454983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5000"/>
                    <a:lumOff val="95000"/>
                  </a:schemeClr>
                </a:gs>
                <a:gs pos="20000">
                  <a:schemeClr val="accent3">
                    <a:lumMod val="45000"/>
                    <a:lumOff val="55000"/>
                  </a:schemeClr>
                </a:gs>
                <a:gs pos="100000">
                  <a:schemeClr val="accent3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1A959C99-6244-4B41-A645-EBDA4263200B}"/>
                </a:ext>
              </a:extLst>
            </p:cNvPr>
            <p:cNvSpPr/>
            <p:nvPr userDrawn="1"/>
          </p:nvSpPr>
          <p:spPr>
            <a:xfrm rot="16200000" flipH="1">
              <a:off x="1090974" y="3108564"/>
              <a:ext cx="5950408" cy="376019"/>
            </a:xfrm>
            <a:custGeom>
              <a:avLst/>
              <a:gdLst>
                <a:gd name="connsiteX0" fmla="*/ 6745015 w 7199994"/>
                <a:gd name="connsiteY0" fmla="*/ 454983 h 454983"/>
                <a:gd name="connsiteX1" fmla="*/ 5003045 w 7199994"/>
                <a:gd name="connsiteY1" fmla="*/ 454983 h 454983"/>
                <a:gd name="connsiteX2" fmla="*/ 4775114 w 7199994"/>
                <a:gd name="connsiteY2" fmla="*/ 454983 h 454983"/>
                <a:gd name="connsiteX3" fmla="*/ 4166850 w 7199994"/>
                <a:gd name="connsiteY3" fmla="*/ 454983 h 454983"/>
                <a:gd name="connsiteX4" fmla="*/ 3033144 w 7199994"/>
                <a:gd name="connsiteY4" fmla="*/ 454983 h 454983"/>
                <a:gd name="connsiteX5" fmla="*/ 2424880 w 7199994"/>
                <a:gd name="connsiteY5" fmla="*/ 454983 h 454983"/>
                <a:gd name="connsiteX6" fmla="*/ 2196949 w 7199994"/>
                <a:gd name="connsiteY6" fmla="*/ 454983 h 454983"/>
                <a:gd name="connsiteX7" fmla="*/ 454979 w 7199994"/>
                <a:gd name="connsiteY7" fmla="*/ 454983 h 454983"/>
                <a:gd name="connsiteX8" fmla="*/ 0 w 7199994"/>
                <a:gd name="connsiteY8" fmla="*/ 0 h 454983"/>
                <a:gd name="connsiteX9" fmla="*/ 2196949 w 7199994"/>
                <a:gd name="connsiteY9" fmla="*/ 0 h 454983"/>
                <a:gd name="connsiteX10" fmla="*/ 2424880 w 7199994"/>
                <a:gd name="connsiteY10" fmla="*/ 0 h 454983"/>
                <a:gd name="connsiteX11" fmla="*/ 2578165 w 7199994"/>
                <a:gd name="connsiteY11" fmla="*/ 0 h 454983"/>
                <a:gd name="connsiteX12" fmla="*/ 4621829 w 7199994"/>
                <a:gd name="connsiteY12" fmla="*/ 0 h 454983"/>
                <a:gd name="connsiteX13" fmla="*/ 4775114 w 7199994"/>
                <a:gd name="connsiteY13" fmla="*/ 0 h 454983"/>
                <a:gd name="connsiteX14" fmla="*/ 5003045 w 7199994"/>
                <a:gd name="connsiteY14" fmla="*/ 0 h 454983"/>
                <a:gd name="connsiteX15" fmla="*/ 7199994 w 7199994"/>
                <a:gd name="connsiteY15" fmla="*/ 0 h 45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199994" h="454983">
                  <a:moveTo>
                    <a:pt x="6745015" y="454983"/>
                  </a:moveTo>
                  <a:lnTo>
                    <a:pt x="5003045" y="454983"/>
                  </a:lnTo>
                  <a:lnTo>
                    <a:pt x="4775114" y="454983"/>
                  </a:lnTo>
                  <a:lnTo>
                    <a:pt x="4166850" y="454983"/>
                  </a:lnTo>
                  <a:lnTo>
                    <a:pt x="3033144" y="454983"/>
                  </a:lnTo>
                  <a:lnTo>
                    <a:pt x="2424880" y="454983"/>
                  </a:lnTo>
                  <a:lnTo>
                    <a:pt x="2196949" y="454983"/>
                  </a:lnTo>
                  <a:lnTo>
                    <a:pt x="454979" y="454983"/>
                  </a:lnTo>
                  <a:lnTo>
                    <a:pt x="0" y="0"/>
                  </a:lnTo>
                  <a:lnTo>
                    <a:pt x="2196949" y="0"/>
                  </a:lnTo>
                  <a:lnTo>
                    <a:pt x="2424880" y="0"/>
                  </a:lnTo>
                  <a:lnTo>
                    <a:pt x="2578165" y="0"/>
                  </a:lnTo>
                  <a:lnTo>
                    <a:pt x="4621829" y="0"/>
                  </a:lnTo>
                  <a:lnTo>
                    <a:pt x="4775114" y="0"/>
                  </a:lnTo>
                  <a:lnTo>
                    <a:pt x="5003045" y="0"/>
                  </a:lnTo>
                  <a:lnTo>
                    <a:pt x="7199994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5000"/>
                    <a:lumOff val="95000"/>
                  </a:schemeClr>
                </a:gs>
                <a:gs pos="20000">
                  <a:schemeClr val="accent3">
                    <a:lumMod val="45000"/>
                    <a:lumOff val="55000"/>
                  </a:schemeClr>
                </a:gs>
                <a:gs pos="100000">
                  <a:schemeClr val="accent3">
                    <a:lumMod val="30000"/>
                    <a:lumOff val="70000"/>
                  </a:schemeClr>
                </a:gs>
              </a:gsLst>
              <a:lin ang="16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52" name="Group 51" descr="Frame Shadow Back">
            <a:extLst>
              <a:ext uri="{FF2B5EF4-FFF2-40B4-BE49-F238E27FC236}">
                <a16:creationId xmlns:a16="http://schemas.microsoft.com/office/drawing/2014/main" id="{F0BD42DE-3457-4C07-A4EC-C13E2ED6B959}"/>
              </a:ext>
            </a:extLst>
          </p:cNvPr>
          <p:cNvGrpSpPr/>
          <p:nvPr userDrawn="1"/>
        </p:nvGrpSpPr>
        <p:grpSpPr>
          <a:xfrm>
            <a:off x="4098508" y="5155751"/>
            <a:ext cx="9783733" cy="520321"/>
            <a:chOff x="-184150" y="3740828"/>
            <a:chExt cx="13550900" cy="914401"/>
          </a:xfrm>
        </p:grpSpPr>
        <p:sp>
          <p:nvSpPr>
            <p:cNvPr id="53" name="Flowchart: Manual Operation 52">
              <a:extLst>
                <a:ext uri="{FF2B5EF4-FFF2-40B4-BE49-F238E27FC236}">
                  <a16:creationId xmlns:a16="http://schemas.microsoft.com/office/drawing/2014/main" id="{D21C4FD2-6073-44F1-8918-36CC06E7F3D1}"/>
                </a:ext>
              </a:extLst>
            </p:cNvPr>
            <p:cNvSpPr/>
            <p:nvPr/>
          </p:nvSpPr>
          <p:spPr>
            <a:xfrm>
              <a:off x="-184150" y="3822700"/>
              <a:ext cx="13550900" cy="832529"/>
            </a:xfrm>
            <a:prstGeom prst="flowChartManualOperation">
              <a:avLst/>
            </a:prstGeom>
            <a:gradFill>
              <a:gsLst>
                <a:gs pos="0">
                  <a:schemeClr val="tx1">
                    <a:alpha val="0"/>
                  </a:schemeClr>
                </a:gs>
                <a:gs pos="100000">
                  <a:schemeClr val="tx1">
                    <a:alpha val="39000"/>
                  </a:schemeClr>
                </a:gs>
              </a:gsLst>
              <a:lin ang="5400000" scaled="1"/>
            </a:gra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54" name="Flowchart: Manual Operation 53">
              <a:extLst>
                <a:ext uri="{FF2B5EF4-FFF2-40B4-BE49-F238E27FC236}">
                  <a16:creationId xmlns:a16="http://schemas.microsoft.com/office/drawing/2014/main" id="{437A088A-4B50-47CE-A3B7-3C8E06729ABE}"/>
                </a:ext>
              </a:extLst>
            </p:cNvPr>
            <p:cNvSpPr/>
            <p:nvPr/>
          </p:nvSpPr>
          <p:spPr>
            <a:xfrm>
              <a:off x="-184150" y="3740828"/>
              <a:ext cx="13550900" cy="832529"/>
            </a:xfrm>
            <a:prstGeom prst="flowChartManualOperation">
              <a:avLst/>
            </a:prstGeom>
            <a:gradFill>
              <a:gsLst>
                <a:gs pos="65000">
                  <a:schemeClr val="tx1">
                    <a:alpha val="0"/>
                  </a:schemeClr>
                </a:gs>
                <a:gs pos="100000">
                  <a:schemeClr val="tx1">
                    <a:alpha val="39000"/>
                  </a:schemeClr>
                </a:gs>
              </a:gsLst>
              <a:lin ang="54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55" name="Rectangle 54">
            <a:extLst>
              <a:ext uri="{FF2B5EF4-FFF2-40B4-BE49-F238E27FC236}">
                <a16:creationId xmlns:a16="http://schemas.microsoft.com/office/drawing/2014/main" id="{0854AD4B-3FC4-4192-9128-AD41638DD84E}"/>
              </a:ext>
            </a:extLst>
          </p:cNvPr>
          <p:cNvSpPr>
            <a:spLocks/>
          </p:cNvSpPr>
          <p:nvPr userDrawn="1"/>
        </p:nvSpPr>
        <p:spPr>
          <a:xfrm rot="10800000">
            <a:off x="6391181" y="1524524"/>
            <a:ext cx="5198388" cy="371077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innerShdw blurRad="127000" dist="50800" dir="9180000">
              <a:prstClr val="black">
                <a:alpha val="6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BFFB7681-35F6-4DD3-A5A3-93D77685E409}"/>
              </a:ext>
            </a:extLst>
          </p:cNvPr>
          <p:cNvSpPr>
            <a:spLocks/>
          </p:cNvSpPr>
          <p:nvPr userDrawn="1"/>
        </p:nvSpPr>
        <p:spPr>
          <a:xfrm rot="10800000">
            <a:off x="6015172" y="1149647"/>
            <a:ext cx="5950408" cy="37487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8AB8202-543E-4D7B-A845-8AC35C5E46E8}"/>
              </a:ext>
            </a:extLst>
          </p:cNvPr>
          <p:cNvSpPr>
            <a:spLocks/>
          </p:cNvSpPr>
          <p:nvPr userDrawn="1"/>
        </p:nvSpPr>
        <p:spPr>
          <a:xfrm rot="10800000">
            <a:off x="6015172" y="5237581"/>
            <a:ext cx="5950408" cy="37487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DD73ECEF-2720-4609-BF16-DDB26FBF7A19}"/>
              </a:ext>
            </a:extLst>
          </p:cNvPr>
          <p:cNvSpPr/>
          <p:nvPr userDrawn="1"/>
        </p:nvSpPr>
        <p:spPr>
          <a:xfrm rot="5400000" flipH="1" flipV="1">
            <a:off x="4047133" y="3193044"/>
            <a:ext cx="4462810" cy="376019"/>
          </a:xfrm>
          <a:custGeom>
            <a:avLst/>
            <a:gdLst>
              <a:gd name="connsiteX0" fmla="*/ 5400001 w 5400001"/>
              <a:gd name="connsiteY0" fmla="*/ 0 h 454983"/>
              <a:gd name="connsiteX1" fmla="*/ 4945018 w 5400001"/>
              <a:gd name="connsiteY1" fmla="*/ 454983 h 454983"/>
              <a:gd name="connsiteX2" fmla="*/ 4221873 w 5400001"/>
              <a:gd name="connsiteY2" fmla="*/ 454983 h 454983"/>
              <a:gd name="connsiteX3" fmla="*/ 3148030 w 5400001"/>
              <a:gd name="connsiteY3" fmla="*/ 454983 h 454983"/>
              <a:gd name="connsiteX4" fmla="*/ 2975116 w 5400001"/>
              <a:gd name="connsiteY4" fmla="*/ 454983 h 454983"/>
              <a:gd name="connsiteX5" fmla="*/ 2424886 w 5400001"/>
              <a:gd name="connsiteY5" fmla="*/ 454983 h 454983"/>
              <a:gd name="connsiteX6" fmla="*/ 2251971 w 5400001"/>
              <a:gd name="connsiteY6" fmla="*/ 454983 h 454983"/>
              <a:gd name="connsiteX7" fmla="*/ 1178128 w 5400001"/>
              <a:gd name="connsiteY7" fmla="*/ 454983 h 454983"/>
              <a:gd name="connsiteX8" fmla="*/ 454983 w 5400001"/>
              <a:gd name="connsiteY8" fmla="*/ 454983 h 454983"/>
              <a:gd name="connsiteX9" fmla="*/ 0 w 5400001"/>
              <a:gd name="connsiteY9" fmla="*/ 0 h 454983"/>
              <a:gd name="connsiteX10" fmla="*/ 1178128 w 5400001"/>
              <a:gd name="connsiteY10" fmla="*/ 0 h 454983"/>
              <a:gd name="connsiteX11" fmla="*/ 1796988 w 5400001"/>
              <a:gd name="connsiteY11" fmla="*/ 0 h 454983"/>
              <a:gd name="connsiteX12" fmla="*/ 2424886 w 5400001"/>
              <a:gd name="connsiteY12" fmla="*/ 0 h 454983"/>
              <a:gd name="connsiteX13" fmla="*/ 2975116 w 5400001"/>
              <a:gd name="connsiteY13" fmla="*/ 0 h 454983"/>
              <a:gd name="connsiteX14" fmla="*/ 3603013 w 5400001"/>
              <a:gd name="connsiteY14" fmla="*/ 0 h 454983"/>
              <a:gd name="connsiteX15" fmla="*/ 4221873 w 5400001"/>
              <a:gd name="connsiteY15" fmla="*/ 0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400001" h="454983">
                <a:moveTo>
                  <a:pt x="5400001" y="0"/>
                </a:moveTo>
                <a:lnTo>
                  <a:pt x="4945018" y="454983"/>
                </a:lnTo>
                <a:lnTo>
                  <a:pt x="4221873" y="454983"/>
                </a:lnTo>
                <a:lnTo>
                  <a:pt x="3148030" y="454983"/>
                </a:lnTo>
                <a:lnTo>
                  <a:pt x="2975116" y="454983"/>
                </a:lnTo>
                <a:lnTo>
                  <a:pt x="2424886" y="454983"/>
                </a:lnTo>
                <a:lnTo>
                  <a:pt x="2251971" y="454983"/>
                </a:lnTo>
                <a:lnTo>
                  <a:pt x="1178128" y="454983"/>
                </a:lnTo>
                <a:lnTo>
                  <a:pt x="454983" y="454983"/>
                </a:lnTo>
                <a:lnTo>
                  <a:pt x="0" y="0"/>
                </a:lnTo>
                <a:lnTo>
                  <a:pt x="1178128" y="0"/>
                </a:lnTo>
                <a:lnTo>
                  <a:pt x="1796988" y="0"/>
                </a:lnTo>
                <a:lnTo>
                  <a:pt x="2424886" y="0"/>
                </a:lnTo>
                <a:lnTo>
                  <a:pt x="2975116" y="0"/>
                </a:lnTo>
                <a:lnTo>
                  <a:pt x="3603013" y="0"/>
                </a:lnTo>
                <a:lnTo>
                  <a:pt x="4221873" y="0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20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644EB8A9-3448-445A-908B-A6FF2BA83062}"/>
              </a:ext>
            </a:extLst>
          </p:cNvPr>
          <p:cNvSpPr/>
          <p:nvPr userDrawn="1"/>
        </p:nvSpPr>
        <p:spPr>
          <a:xfrm rot="5400000">
            <a:off x="9546165" y="3193043"/>
            <a:ext cx="4462810" cy="376019"/>
          </a:xfrm>
          <a:custGeom>
            <a:avLst/>
            <a:gdLst>
              <a:gd name="connsiteX0" fmla="*/ 0 w 5400001"/>
              <a:gd name="connsiteY0" fmla="*/ 0 h 454983"/>
              <a:gd name="connsiteX1" fmla="*/ 1178128 w 5400001"/>
              <a:gd name="connsiteY1" fmla="*/ 0 h 454983"/>
              <a:gd name="connsiteX2" fmla="*/ 1796988 w 5400001"/>
              <a:gd name="connsiteY2" fmla="*/ 0 h 454983"/>
              <a:gd name="connsiteX3" fmla="*/ 2424886 w 5400001"/>
              <a:gd name="connsiteY3" fmla="*/ 0 h 454983"/>
              <a:gd name="connsiteX4" fmla="*/ 2975116 w 5400001"/>
              <a:gd name="connsiteY4" fmla="*/ 0 h 454983"/>
              <a:gd name="connsiteX5" fmla="*/ 3603013 w 5400001"/>
              <a:gd name="connsiteY5" fmla="*/ 0 h 454983"/>
              <a:gd name="connsiteX6" fmla="*/ 4221874 w 5400001"/>
              <a:gd name="connsiteY6" fmla="*/ 0 h 454983"/>
              <a:gd name="connsiteX7" fmla="*/ 5400001 w 5400001"/>
              <a:gd name="connsiteY7" fmla="*/ 0 h 454983"/>
              <a:gd name="connsiteX8" fmla="*/ 4945018 w 5400001"/>
              <a:gd name="connsiteY8" fmla="*/ 454983 h 454983"/>
              <a:gd name="connsiteX9" fmla="*/ 4221874 w 5400001"/>
              <a:gd name="connsiteY9" fmla="*/ 454983 h 454983"/>
              <a:gd name="connsiteX10" fmla="*/ 3148030 w 5400001"/>
              <a:gd name="connsiteY10" fmla="*/ 454983 h 454983"/>
              <a:gd name="connsiteX11" fmla="*/ 2975116 w 5400001"/>
              <a:gd name="connsiteY11" fmla="*/ 454983 h 454983"/>
              <a:gd name="connsiteX12" fmla="*/ 2424886 w 5400001"/>
              <a:gd name="connsiteY12" fmla="*/ 454983 h 454983"/>
              <a:gd name="connsiteX13" fmla="*/ 2251971 w 5400001"/>
              <a:gd name="connsiteY13" fmla="*/ 454983 h 454983"/>
              <a:gd name="connsiteX14" fmla="*/ 1178128 w 5400001"/>
              <a:gd name="connsiteY14" fmla="*/ 454983 h 454983"/>
              <a:gd name="connsiteX15" fmla="*/ 454983 w 5400001"/>
              <a:gd name="connsiteY15" fmla="*/ 454983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400001" h="454983">
                <a:moveTo>
                  <a:pt x="0" y="0"/>
                </a:moveTo>
                <a:lnTo>
                  <a:pt x="1178128" y="0"/>
                </a:lnTo>
                <a:lnTo>
                  <a:pt x="1796988" y="0"/>
                </a:lnTo>
                <a:lnTo>
                  <a:pt x="2424886" y="0"/>
                </a:lnTo>
                <a:lnTo>
                  <a:pt x="2975116" y="0"/>
                </a:lnTo>
                <a:lnTo>
                  <a:pt x="3603013" y="0"/>
                </a:lnTo>
                <a:lnTo>
                  <a:pt x="4221874" y="0"/>
                </a:lnTo>
                <a:lnTo>
                  <a:pt x="5400001" y="0"/>
                </a:lnTo>
                <a:lnTo>
                  <a:pt x="4945018" y="454983"/>
                </a:lnTo>
                <a:lnTo>
                  <a:pt x="4221874" y="454983"/>
                </a:lnTo>
                <a:lnTo>
                  <a:pt x="3148030" y="454983"/>
                </a:lnTo>
                <a:lnTo>
                  <a:pt x="2975116" y="454983"/>
                </a:lnTo>
                <a:lnTo>
                  <a:pt x="2424886" y="454983"/>
                </a:lnTo>
                <a:lnTo>
                  <a:pt x="2251971" y="454983"/>
                </a:lnTo>
                <a:lnTo>
                  <a:pt x="1178128" y="454983"/>
                </a:lnTo>
                <a:lnTo>
                  <a:pt x="454983" y="454983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20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37994DFE-9F5F-4EF6-AE8C-96DECB010088}"/>
              </a:ext>
            </a:extLst>
          </p:cNvPr>
          <p:cNvSpPr/>
          <p:nvPr userDrawn="1"/>
        </p:nvSpPr>
        <p:spPr>
          <a:xfrm rot="10800000" flipV="1">
            <a:off x="6015172" y="1149648"/>
            <a:ext cx="5950408" cy="376019"/>
          </a:xfrm>
          <a:custGeom>
            <a:avLst/>
            <a:gdLst>
              <a:gd name="connsiteX0" fmla="*/ 7199994 w 7199994"/>
              <a:gd name="connsiteY0" fmla="*/ 0 h 454983"/>
              <a:gd name="connsiteX1" fmla="*/ 5003045 w 7199994"/>
              <a:gd name="connsiteY1" fmla="*/ 0 h 454983"/>
              <a:gd name="connsiteX2" fmla="*/ 4775114 w 7199994"/>
              <a:gd name="connsiteY2" fmla="*/ 0 h 454983"/>
              <a:gd name="connsiteX3" fmla="*/ 4621829 w 7199994"/>
              <a:gd name="connsiteY3" fmla="*/ 0 h 454983"/>
              <a:gd name="connsiteX4" fmla="*/ 2578165 w 7199994"/>
              <a:gd name="connsiteY4" fmla="*/ 0 h 454983"/>
              <a:gd name="connsiteX5" fmla="*/ 2424880 w 7199994"/>
              <a:gd name="connsiteY5" fmla="*/ 0 h 454983"/>
              <a:gd name="connsiteX6" fmla="*/ 2196949 w 7199994"/>
              <a:gd name="connsiteY6" fmla="*/ 0 h 454983"/>
              <a:gd name="connsiteX7" fmla="*/ 0 w 7199994"/>
              <a:gd name="connsiteY7" fmla="*/ 0 h 454983"/>
              <a:gd name="connsiteX8" fmla="*/ 454979 w 7199994"/>
              <a:gd name="connsiteY8" fmla="*/ 454983 h 454983"/>
              <a:gd name="connsiteX9" fmla="*/ 2196949 w 7199994"/>
              <a:gd name="connsiteY9" fmla="*/ 454983 h 454983"/>
              <a:gd name="connsiteX10" fmla="*/ 2424880 w 7199994"/>
              <a:gd name="connsiteY10" fmla="*/ 454983 h 454983"/>
              <a:gd name="connsiteX11" fmla="*/ 3033144 w 7199994"/>
              <a:gd name="connsiteY11" fmla="*/ 454983 h 454983"/>
              <a:gd name="connsiteX12" fmla="*/ 4166850 w 7199994"/>
              <a:gd name="connsiteY12" fmla="*/ 454983 h 454983"/>
              <a:gd name="connsiteX13" fmla="*/ 4775114 w 7199994"/>
              <a:gd name="connsiteY13" fmla="*/ 454983 h 454983"/>
              <a:gd name="connsiteX14" fmla="*/ 5003045 w 7199994"/>
              <a:gd name="connsiteY14" fmla="*/ 454983 h 454983"/>
              <a:gd name="connsiteX15" fmla="*/ 6745015 w 7199994"/>
              <a:gd name="connsiteY15" fmla="*/ 454983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199994" h="454983">
                <a:moveTo>
                  <a:pt x="7199994" y="0"/>
                </a:moveTo>
                <a:lnTo>
                  <a:pt x="5003045" y="0"/>
                </a:lnTo>
                <a:lnTo>
                  <a:pt x="4775114" y="0"/>
                </a:lnTo>
                <a:lnTo>
                  <a:pt x="4621829" y="0"/>
                </a:lnTo>
                <a:lnTo>
                  <a:pt x="2578165" y="0"/>
                </a:lnTo>
                <a:lnTo>
                  <a:pt x="2424880" y="0"/>
                </a:lnTo>
                <a:lnTo>
                  <a:pt x="2196949" y="0"/>
                </a:lnTo>
                <a:lnTo>
                  <a:pt x="0" y="0"/>
                </a:lnTo>
                <a:lnTo>
                  <a:pt x="454979" y="454983"/>
                </a:lnTo>
                <a:lnTo>
                  <a:pt x="2196949" y="454983"/>
                </a:lnTo>
                <a:lnTo>
                  <a:pt x="2424880" y="454983"/>
                </a:lnTo>
                <a:lnTo>
                  <a:pt x="3033144" y="454983"/>
                </a:lnTo>
                <a:lnTo>
                  <a:pt x="4166850" y="454983"/>
                </a:lnTo>
                <a:lnTo>
                  <a:pt x="4775114" y="454983"/>
                </a:lnTo>
                <a:lnTo>
                  <a:pt x="5003045" y="454983"/>
                </a:lnTo>
                <a:lnTo>
                  <a:pt x="6745015" y="454983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20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792FF24B-B6BA-4BFA-AD06-5494D165FEE7}"/>
              </a:ext>
            </a:extLst>
          </p:cNvPr>
          <p:cNvSpPr/>
          <p:nvPr userDrawn="1"/>
        </p:nvSpPr>
        <p:spPr>
          <a:xfrm rot="10800000">
            <a:off x="6015172" y="5236438"/>
            <a:ext cx="5950408" cy="376019"/>
          </a:xfrm>
          <a:custGeom>
            <a:avLst/>
            <a:gdLst>
              <a:gd name="connsiteX0" fmla="*/ 6745015 w 7199994"/>
              <a:gd name="connsiteY0" fmla="*/ 454983 h 454983"/>
              <a:gd name="connsiteX1" fmla="*/ 5003045 w 7199994"/>
              <a:gd name="connsiteY1" fmla="*/ 454983 h 454983"/>
              <a:gd name="connsiteX2" fmla="*/ 4775114 w 7199994"/>
              <a:gd name="connsiteY2" fmla="*/ 454983 h 454983"/>
              <a:gd name="connsiteX3" fmla="*/ 4166850 w 7199994"/>
              <a:gd name="connsiteY3" fmla="*/ 454983 h 454983"/>
              <a:gd name="connsiteX4" fmla="*/ 3033144 w 7199994"/>
              <a:gd name="connsiteY4" fmla="*/ 454983 h 454983"/>
              <a:gd name="connsiteX5" fmla="*/ 2424880 w 7199994"/>
              <a:gd name="connsiteY5" fmla="*/ 454983 h 454983"/>
              <a:gd name="connsiteX6" fmla="*/ 2196949 w 7199994"/>
              <a:gd name="connsiteY6" fmla="*/ 454983 h 454983"/>
              <a:gd name="connsiteX7" fmla="*/ 454979 w 7199994"/>
              <a:gd name="connsiteY7" fmla="*/ 454983 h 454983"/>
              <a:gd name="connsiteX8" fmla="*/ 0 w 7199994"/>
              <a:gd name="connsiteY8" fmla="*/ 0 h 454983"/>
              <a:gd name="connsiteX9" fmla="*/ 2196949 w 7199994"/>
              <a:gd name="connsiteY9" fmla="*/ 0 h 454983"/>
              <a:gd name="connsiteX10" fmla="*/ 2424880 w 7199994"/>
              <a:gd name="connsiteY10" fmla="*/ 0 h 454983"/>
              <a:gd name="connsiteX11" fmla="*/ 2578165 w 7199994"/>
              <a:gd name="connsiteY11" fmla="*/ 0 h 454983"/>
              <a:gd name="connsiteX12" fmla="*/ 4621829 w 7199994"/>
              <a:gd name="connsiteY12" fmla="*/ 0 h 454983"/>
              <a:gd name="connsiteX13" fmla="*/ 4775114 w 7199994"/>
              <a:gd name="connsiteY13" fmla="*/ 0 h 454983"/>
              <a:gd name="connsiteX14" fmla="*/ 5003045 w 7199994"/>
              <a:gd name="connsiteY14" fmla="*/ 0 h 454983"/>
              <a:gd name="connsiteX15" fmla="*/ 7199994 w 7199994"/>
              <a:gd name="connsiteY15" fmla="*/ 0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199994" h="454983">
                <a:moveTo>
                  <a:pt x="6745015" y="454983"/>
                </a:moveTo>
                <a:lnTo>
                  <a:pt x="5003045" y="454983"/>
                </a:lnTo>
                <a:lnTo>
                  <a:pt x="4775114" y="454983"/>
                </a:lnTo>
                <a:lnTo>
                  <a:pt x="4166850" y="454983"/>
                </a:lnTo>
                <a:lnTo>
                  <a:pt x="3033144" y="454983"/>
                </a:lnTo>
                <a:lnTo>
                  <a:pt x="2424880" y="454983"/>
                </a:lnTo>
                <a:lnTo>
                  <a:pt x="2196949" y="454983"/>
                </a:lnTo>
                <a:lnTo>
                  <a:pt x="454979" y="454983"/>
                </a:lnTo>
                <a:lnTo>
                  <a:pt x="0" y="0"/>
                </a:lnTo>
                <a:lnTo>
                  <a:pt x="2196949" y="0"/>
                </a:lnTo>
                <a:lnTo>
                  <a:pt x="2424880" y="0"/>
                </a:lnTo>
                <a:lnTo>
                  <a:pt x="2578165" y="0"/>
                </a:lnTo>
                <a:lnTo>
                  <a:pt x="4621829" y="0"/>
                </a:lnTo>
                <a:lnTo>
                  <a:pt x="4775114" y="0"/>
                </a:lnTo>
                <a:lnTo>
                  <a:pt x="5003045" y="0"/>
                </a:lnTo>
                <a:lnTo>
                  <a:pt x="7199994" y="0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20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3" name="Rectangle: Rounded Corners 62" descr="Frame Shadow Front">
            <a:extLst>
              <a:ext uri="{FF2B5EF4-FFF2-40B4-BE49-F238E27FC236}">
                <a16:creationId xmlns:a16="http://schemas.microsoft.com/office/drawing/2014/main" id="{D85D8578-900E-49B6-8598-AFBFA48CD312}"/>
              </a:ext>
            </a:extLst>
          </p:cNvPr>
          <p:cNvSpPr/>
          <p:nvPr userDrawn="1"/>
        </p:nvSpPr>
        <p:spPr>
          <a:xfrm>
            <a:off x="4820350" y="5464663"/>
            <a:ext cx="8070273" cy="625491"/>
          </a:xfrm>
          <a:prstGeom prst="roundRect">
            <a:avLst>
              <a:gd name="adj" fmla="val 50000"/>
            </a:avLst>
          </a:prstGeom>
          <a:solidFill>
            <a:schemeClr val="tx1">
              <a:alpha val="16000"/>
            </a:schemeClr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3" name="Picture Placeholder 72">
            <a:extLst>
              <a:ext uri="{FF2B5EF4-FFF2-40B4-BE49-F238E27FC236}">
                <a16:creationId xmlns:a16="http://schemas.microsoft.com/office/drawing/2014/main" id="{5588BA99-AE2D-49FF-A23A-0EC25DE7EF4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135834" y="2254853"/>
            <a:ext cx="3709084" cy="2231406"/>
          </a:xfrm>
          <a:custGeom>
            <a:avLst/>
            <a:gdLst>
              <a:gd name="connsiteX0" fmla="*/ 0 w 3709084"/>
              <a:gd name="connsiteY0" fmla="*/ 0 h 2231406"/>
              <a:gd name="connsiteX1" fmla="*/ 3709084 w 3709084"/>
              <a:gd name="connsiteY1" fmla="*/ 0 h 2231406"/>
              <a:gd name="connsiteX2" fmla="*/ 3709084 w 3709084"/>
              <a:gd name="connsiteY2" fmla="*/ 2231406 h 2231406"/>
              <a:gd name="connsiteX3" fmla="*/ 0 w 3709084"/>
              <a:gd name="connsiteY3" fmla="*/ 2231406 h 22314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09084" h="2231406">
                <a:moveTo>
                  <a:pt x="0" y="0"/>
                </a:moveTo>
                <a:lnTo>
                  <a:pt x="3709084" y="0"/>
                </a:lnTo>
                <a:lnTo>
                  <a:pt x="3709084" y="2231406"/>
                </a:lnTo>
                <a:lnTo>
                  <a:pt x="0" y="2231406"/>
                </a:lnTo>
                <a:close/>
              </a:path>
            </a:pathLst>
          </a:custGeom>
          <a:solidFill>
            <a:schemeClr val="bg2"/>
          </a:solidFill>
          <a:ln w="190500">
            <a:solidFill>
              <a:schemeClr val="tx1"/>
            </a:solidFill>
            <a:miter lim="800000"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600" i="1"/>
            </a:lvl1pPr>
          </a:lstStyle>
          <a:p>
            <a:r>
              <a:rPr lang="en-US" noProof="0" dirty="0"/>
              <a:t>Drag &amp; Drop or Insert your Image</a:t>
            </a:r>
          </a:p>
          <a:p>
            <a:endParaRPr lang="en-US" noProof="0" dirty="0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37F5A11A-13DA-4619-890B-B771FACD402E}"/>
              </a:ext>
            </a:extLst>
          </p:cNvPr>
          <p:cNvSpPr/>
          <p:nvPr userDrawn="1"/>
        </p:nvSpPr>
        <p:spPr>
          <a:xfrm rot="5400000">
            <a:off x="2781617" y="3193044"/>
            <a:ext cx="4462810" cy="376019"/>
          </a:xfrm>
          <a:custGeom>
            <a:avLst/>
            <a:gdLst>
              <a:gd name="connsiteX0" fmla="*/ 0 w 5400001"/>
              <a:gd name="connsiteY0" fmla="*/ 0 h 454983"/>
              <a:gd name="connsiteX1" fmla="*/ 1178128 w 5400001"/>
              <a:gd name="connsiteY1" fmla="*/ 0 h 454983"/>
              <a:gd name="connsiteX2" fmla="*/ 1796988 w 5400001"/>
              <a:gd name="connsiteY2" fmla="*/ 0 h 454983"/>
              <a:gd name="connsiteX3" fmla="*/ 2424886 w 5400001"/>
              <a:gd name="connsiteY3" fmla="*/ 0 h 454983"/>
              <a:gd name="connsiteX4" fmla="*/ 2975116 w 5400001"/>
              <a:gd name="connsiteY4" fmla="*/ 0 h 454983"/>
              <a:gd name="connsiteX5" fmla="*/ 3603013 w 5400001"/>
              <a:gd name="connsiteY5" fmla="*/ 0 h 454983"/>
              <a:gd name="connsiteX6" fmla="*/ 4221874 w 5400001"/>
              <a:gd name="connsiteY6" fmla="*/ 0 h 454983"/>
              <a:gd name="connsiteX7" fmla="*/ 5400001 w 5400001"/>
              <a:gd name="connsiteY7" fmla="*/ 0 h 454983"/>
              <a:gd name="connsiteX8" fmla="*/ 4945018 w 5400001"/>
              <a:gd name="connsiteY8" fmla="*/ 454983 h 454983"/>
              <a:gd name="connsiteX9" fmla="*/ 4221874 w 5400001"/>
              <a:gd name="connsiteY9" fmla="*/ 454983 h 454983"/>
              <a:gd name="connsiteX10" fmla="*/ 3148030 w 5400001"/>
              <a:gd name="connsiteY10" fmla="*/ 454983 h 454983"/>
              <a:gd name="connsiteX11" fmla="*/ 2975116 w 5400001"/>
              <a:gd name="connsiteY11" fmla="*/ 454983 h 454983"/>
              <a:gd name="connsiteX12" fmla="*/ 2424886 w 5400001"/>
              <a:gd name="connsiteY12" fmla="*/ 454983 h 454983"/>
              <a:gd name="connsiteX13" fmla="*/ 2251971 w 5400001"/>
              <a:gd name="connsiteY13" fmla="*/ 454983 h 454983"/>
              <a:gd name="connsiteX14" fmla="*/ 1178128 w 5400001"/>
              <a:gd name="connsiteY14" fmla="*/ 454983 h 454983"/>
              <a:gd name="connsiteX15" fmla="*/ 454983 w 5400001"/>
              <a:gd name="connsiteY15" fmla="*/ 454983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400001" h="454983">
                <a:moveTo>
                  <a:pt x="0" y="0"/>
                </a:moveTo>
                <a:lnTo>
                  <a:pt x="1178128" y="0"/>
                </a:lnTo>
                <a:lnTo>
                  <a:pt x="1796988" y="0"/>
                </a:lnTo>
                <a:lnTo>
                  <a:pt x="2424886" y="0"/>
                </a:lnTo>
                <a:lnTo>
                  <a:pt x="2975116" y="0"/>
                </a:lnTo>
                <a:lnTo>
                  <a:pt x="3603013" y="0"/>
                </a:lnTo>
                <a:lnTo>
                  <a:pt x="4221874" y="0"/>
                </a:lnTo>
                <a:lnTo>
                  <a:pt x="5400001" y="0"/>
                </a:lnTo>
                <a:lnTo>
                  <a:pt x="4945018" y="454983"/>
                </a:lnTo>
                <a:lnTo>
                  <a:pt x="4221874" y="454983"/>
                </a:lnTo>
                <a:lnTo>
                  <a:pt x="3148030" y="454983"/>
                </a:lnTo>
                <a:lnTo>
                  <a:pt x="2975116" y="454983"/>
                </a:lnTo>
                <a:lnTo>
                  <a:pt x="2424886" y="454983"/>
                </a:lnTo>
                <a:lnTo>
                  <a:pt x="2251971" y="454983"/>
                </a:lnTo>
                <a:lnTo>
                  <a:pt x="1178128" y="454983"/>
                </a:lnTo>
                <a:lnTo>
                  <a:pt x="454983" y="454983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20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75" name="Group 74" descr="Frame Shadow Back">
            <a:extLst>
              <a:ext uri="{FF2B5EF4-FFF2-40B4-BE49-F238E27FC236}">
                <a16:creationId xmlns:a16="http://schemas.microsoft.com/office/drawing/2014/main" id="{FB5B89E1-A6B1-4DDB-A9B4-7EC20D2B2A92}"/>
              </a:ext>
            </a:extLst>
          </p:cNvPr>
          <p:cNvGrpSpPr/>
          <p:nvPr userDrawn="1"/>
        </p:nvGrpSpPr>
        <p:grpSpPr>
          <a:xfrm>
            <a:off x="872075" y="5465934"/>
            <a:ext cx="7395007" cy="887510"/>
            <a:chOff x="-184150" y="3740827"/>
            <a:chExt cx="13550900" cy="914402"/>
          </a:xfrm>
        </p:grpSpPr>
        <p:sp>
          <p:nvSpPr>
            <p:cNvPr id="76" name="Flowchart: Manual Operation 75">
              <a:extLst>
                <a:ext uri="{FF2B5EF4-FFF2-40B4-BE49-F238E27FC236}">
                  <a16:creationId xmlns:a16="http://schemas.microsoft.com/office/drawing/2014/main" id="{2D0978D1-B4DA-4FBE-BE3A-F373E918B916}"/>
                </a:ext>
              </a:extLst>
            </p:cNvPr>
            <p:cNvSpPr/>
            <p:nvPr/>
          </p:nvSpPr>
          <p:spPr>
            <a:xfrm>
              <a:off x="-184150" y="3822700"/>
              <a:ext cx="13550900" cy="832529"/>
            </a:xfrm>
            <a:prstGeom prst="flowChartManualOperation">
              <a:avLst/>
            </a:prstGeom>
            <a:gradFill>
              <a:gsLst>
                <a:gs pos="0">
                  <a:schemeClr val="tx1">
                    <a:alpha val="0"/>
                  </a:schemeClr>
                </a:gs>
                <a:gs pos="100000">
                  <a:schemeClr val="tx1">
                    <a:alpha val="39000"/>
                  </a:schemeClr>
                </a:gs>
              </a:gsLst>
              <a:lin ang="5400000" scaled="1"/>
            </a:gra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77" name="Flowchart: Manual Operation 76">
              <a:extLst>
                <a:ext uri="{FF2B5EF4-FFF2-40B4-BE49-F238E27FC236}">
                  <a16:creationId xmlns:a16="http://schemas.microsoft.com/office/drawing/2014/main" id="{5FADE8ED-5D46-47CB-82EA-67622EE2198B}"/>
                </a:ext>
              </a:extLst>
            </p:cNvPr>
            <p:cNvSpPr/>
            <p:nvPr/>
          </p:nvSpPr>
          <p:spPr>
            <a:xfrm>
              <a:off x="-184150" y="3740828"/>
              <a:ext cx="13550900" cy="832529"/>
            </a:xfrm>
            <a:prstGeom prst="flowChartManualOperation">
              <a:avLst/>
            </a:prstGeom>
            <a:gradFill>
              <a:gsLst>
                <a:gs pos="65000">
                  <a:schemeClr val="tx1">
                    <a:alpha val="0"/>
                  </a:schemeClr>
                </a:gs>
                <a:gs pos="100000">
                  <a:schemeClr val="tx1">
                    <a:alpha val="39000"/>
                  </a:schemeClr>
                </a:gs>
              </a:gsLst>
              <a:lin ang="54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78" name="Rectangle: Rounded Corners 77" descr="Frame Shadow Front">
            <a:extLst>
              <a:ext uri="{FF2B5EF4-FFF2-40B4-BE49-F238E27FC236}">
                <a16:creationId xmlns:a16="http://schemas.microsoft.com/office/drawing/2014/main" id="{E279A0AA-37D0-4791-A519-24D0A291CA45}"/>
              </a:ext>
            </a:extLst>
          </p:cNvPr>
          <p:cNvSpPr/>
          <p:nvPr userDrawn="1"/>
        </p:nvSpPr>
        <p:spPr>
          <a:xfrm>
            <a:off x="1417677" y="6097638"/>
            <a:ext cx="6099893" cy="756844"/>
          </a:xfrm>
          <a:prstGeom prst="roundRect">
            <a:avLst>
              <a:gd name="adj" fmla="val 50000"/>
            </a:avLst>
          </a:prstGeom>
          <a:solidFill>
            <a:schemeClr val="tx1">
              <a:alpha val="16000"/>
            </a:schemeClr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2943FBF1-5485-4151-834C-B2CB40D8527E}"/>
              </a:ext>
            </a:extLst>
          </p:cNvPr>
          <p:cNvSpPr>
            <a:spLocks/>
          </p:cNvSpPr>
          <p:nvPr userDrawn="1"/>
        </p:nvSpPr>
        <p:spPr>
          <a:xfrm rot="16200000" flipH="1">
            <a:off x="1985103" y="1441193"/>
            <a:ext cx="5198387" cy="371077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innerShdw blurRad="127000" dist="50800" dir="9180000">
              <a:prstClr val="black">
                <a:alpha val="6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C5D85B1C-1099-46AA-8E9A-2BD22308A191}"/>
              </a:ext>
            </a:extLst>
          </p:cNvPr>
          <p:cNvSpPr>
            <a:spLocks/>
          </p:cNvSpPr>
          <p:nvPr userDrawn="1"/>
        </p:nvSpPr>
        <p:spPr>
          <a:xfrm rot="16200000" flipH="1">
            <a:off x="3651915" y="3109138"/>
            <a:ext cx="5950408" cy="37487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E58F30D1-B6AC-49A2-B05A-81B0F4E9BAC4}"/>
              </a:ext>
            </a:extLst>
          </p:cNvPr>
          <p:cNvSpPr>
            <a:spLocks/>
          </p:cNvSpPr>
          <p:nvPr userDrawn="1"/>
        </p:nvSpPr>
        <p:spPr>
          <a:xfrm rot="16200000" flipH="1">
            <a:off x="-436018" y="3109138"/>
            <a:ext cx="5950408" cy="37487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2" name="Freeform: Shape 81">
            <a:extLst>
              <a:ext uri="{FF2B5EF4-FFF2-40B4-BE49-F238E27FC236}">
                <a16:creationId xmlns:a16="http://schemas.microsoft.com/office/drawing/2014/main" id="{BD29426D-2DB8-4AAA-8E65-56725E943C49}"/>
              </a:ext>
            </a:extLst>
          </p:cNvPr>
          <p:cNvSpPr/>
          <p:nvPr userDrawn="1"/>
        </p:nvSpPr>
        <p:spPr>
          <a:xfrm flipV="1">
            <a:off x="2351748" y="5895762"/>
            <a:ext cx="4462811" cy="376019"/>
          </a:xfrm>
          <a:custGeom>
            <a:avLst/>
            <a:gdLst>
              <a:gd name="connsiteX0" fmla="*/ 5400001 w 5400001"/>
              <a:gd name="connsiteY0" fmla="*/ 0 h 454983"/>
              <a:gd name="connsiteX1" fmla="*/ 4945018 w 5400001"/>
              <a:gd name="connsiteY1" fmla="*/ 454983 h 454983"/>
              <a:gd name="connsiteX2" fmla="*/ 4221873 w 5400001"/>
              <a:gd name="connsiteY2" fmla="*/ 454983 h 454983"/>
              <a:gd name="connsiteX3" fmla="*/ 3148030 w 5400001"/>
              <a:gd name="connsiteY3" fmla="*/ 454983 h 454983"/>
              <a:gd name="connsiteX4" fmla="*/ 2975116 w 5400001"/>
              <a:gd name="connsiteY4" fmla="*/ 454983 h 454983"/>
              <a:gd name="connsiteX5" fmla="*/ 2424886 w 5400001"/>
              <a:gd name="connsiteY5" fmla="*/ 454983 h 454983"/>
              <a:gd name="connsiteX6" fmla="*/ 2251971 w 5400001"/>
              <a:gd name="connsiteY6" fmla="*/ 454983 h 454983"/>
              <a:gd name="connsiteX7" fmla="*/ 1178128 w 5400001"/>
              <a:gd name="connsiteY7" fmla="*/ 454983 h 454983"/>
              <a:gd name="connsiteX8" fmla="*/ 454983 w 5400001"/>
              <a:gd name="connsiteY8" fmla="*/ 454983 h 454983"/>
              <a:gd name="connsiteX9" fmla="*/ 0 w 5400001"/>
              <a:gd name="connsiteY9" fmla="*/ 0 h 454983"/>
              <a:gd name="connsiteX10" fmla="*/ 1178128 w 5400001"/>
              <a:gd name="connsiteY10" fmla="*/ 0 h 454983"/>
              <a:gd name="connsiteX11" fmla="*/ 1796988 w 5400001"/>
              <a:gd name="connsiteY11" fmla="*/ 0 h 454983"/>
              <a:gd name="connsiteX12" fmla="*/ 2424886 w 5400001"/>
              <a:gd name="connsiteY12" fmla="*/ 0 h 454983"/>
              <a:gd name="connsiteX13" fmla="*/ 2975116 w 5400001"/>
              <a:gd name="connsiteY13" fmla="*/ 0 h 454983"/>
              <a:gd name="connsiteX14" fmla="*/ 3603013 w 5400001"/>
              <a:gd name="connsiteY14" fmla="*/ 0 h 454983"/>
              <a:gd name="connsiteX15" fmla="*/ 4221873 w 5400001"/>
              <a:gd name="connsiteY15" fmla="*/ 0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400001" h="454983">
                <a:moveTo>
                  <a:pt x="5400001" y="0"/>
                </a:moveTo>
                <a:lnTo>
                  <a:pt x="4945018" y="454983"/>
                </a:lnTo>
                <a:lnTo>
                  <a:pt x="4221873" y="454983"/>
                </a:lnTo>
                <a:lnTo>
                  <a:pt x="3148030" y="454983"/>
                </a:lnTo>
                <a:lnTo>
                  <a:pt x="2975116" y="454983"/>
                </a:lnTo>
                <a:lnTo>
                  <a:pt x="2424886" y="454983"/>
                </a:lnTo>
                <a:lnTo>
                  <a:pt x="2251971" y="454983"/>
                </a:lnTo>
                <a:lnTo>
                  <a:pt x="1178128" y="454983"/>
                </a:lnTo>
                <a:lnTo>
                  <a:pt x="454983" y="454983"/>
                </a:lnTo>
                <a:lnTo>
                  <a:pt x="0" y="0"/>
                </a:lnTo>
                <a:lnTo>
                  <a:pt x="1178128" y="0"/>
                </a:lnTo>
                <a:lnTo>
                  <a:pt x="1796988" y="0"/>
                </a:lnTo>
                <a:lnTo>
                  <a:pt x="2424886" y="0"/>
                </a:lnTo>
                <a:lnTo>
                  <a:pt x="2975116" y="0"/>
                </a:lnTo>
                <a:lnTo>
                  <a:pt x="3603013" y="0"/>
                </a:lnTo>
                <a:lnTo>
                  <a:pt x="4221873" y="0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20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3" name="Freeform: Shape 82">
            <a:extLst>
              <a:ext uri="{FF2B5EF4-FFF2-40B4-BE49-F238E27FC236}">
                <a16:creationId xmlns:a16="http://schemas.microsoft.com/office/drawing/2014/main" id="{B406D293-AC7E-422F-8885-33F10EFB500A}"/>
              </a:ext>
            </a:extLst>
          </p:cNvPr>
          <p:cNvSpPr/>
          <p:nvPr userDrawn="1"/>
        </p:nvSpPr>
        <p:spPr>
          <a:xfrm flipH="1">
            <a:off x="2351746" y="321373"/>
            <a:ext cx="4462811" cy="376019"/>
          </a:xfrm>
          <a:custGeom>
            <a:avLst/>
            <a:gdLst>
              <a:gd name="connsiteX0" fmla="*/ 0 w 5400001"/>
              <a:gd name="connsiteY0" fmla="*/ 0 h 454983"/>
              <a:gd name="connsiteX1" fmla="*/ 1178128 w 5400001"/>
              <a:gd name="connsiteY1" fmla="*/ 0 h 454983"/>
              <a:gd name="connsiteX2" fmla="*/ 1796988 w 5400001"/>
              <a:gd name="connsiteY2" fmla="*/ 0 h 454983"/>
              <a:gd name="connsiteX3" fmla="*/ 2424886 w 5400001"/>
              <a:gd name="connsiteY3" fmla="*/ 0 h 454983"/>
              <a:gd name="connsiteX4" fmla="*/ 2975116 w 5400001"/>
              <a:gd name="connsiteY4" fmla="*/ 0 h 454983"/>
              <a:gd name="connsiteX5" fmla="*/ 3603013 w 5400001"/>
              <a:gd name="connsiteY5" fmla="*/ 0 h 454983"/>
              <a:gd name="connsiteX6" fmla="*/ 4221874 w 5400001"/>
              <a:gd name="connsiteY6" fmla="*/ 0 h 454983"/>
              <a:gd name="connsiteX7" fmla="*/ 5400001 w 5400001"/>
              <a:gd name="connsiteY7" fmla="*/ 0 h 454983"/>
              <a:gd name="connsiteX8" fmla="*/ 4945018 w 5400001"/>
              <a:gd name="connsiteY8" fmla="*/ 454983 h 454983"/>
              <a:gd name="connsiteX9" fmla="*/ 4221874 w 5400001"/>
              <a:gd name="connsiteY9" fmla="*/ 454983 h 454983"/>
              <a:gd name="connsiteX10" fmla="*/ 3148030 w 5400001"/>
              <a:gd name="connsiteY10" fmla="*/ 454983 h 454983"/>
              <a:gd name="connsiteX11" fmla="*/ 2975116 w 5400001"/>
              <a:gd name="connsiteY11" fmla="*/ 454983 h 454983"/>
              <a:gd name="connsiteX12" fmla="*/ 2424886 w 5400001"/>
              <a:gd name="connsiteY12" fmla="*/ 454983 h 454983"/>
              <a:gd name="connsiteX13" fmla="*/ 2251971 w 5400001"/>
              <a:gd name="connsiteY13" fmla="*/ 454983 h 454983"/>
              <a:gd name="connsiteX14" fmla="*/ 1178128 w 5400001"/>
              <a:gd name="connsiteY14" fmla="*/ 454983 h 454983"/>
              <a:gd name="connsiteX15" fmla="*/ 454983 w 5400001"/>
              <a:gd name="connsiteY15" fmla="*/ 454983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400001" h="454983">
                <a:moveTo>
                  <a:pt x="0" y="0"/>
                </a:moveTo>
                <a:lnTo>
                  <a:pt x="1178128" y="0"/>
                </a:lnTo>
                <a:lnTo>
                  <a:pt x="1796988" y="0"/>
                </a:lnTo>
                <a:lnTo>
                  <a:pt x="2424886" y="0"/>
                </a:lnTo>
                <a:lnTo>
                  <a:pt x="2975116" y="0"/>
                </a:lnTo>
                <a:lnTo>
                  <a:pt x="3603013" y="0"/>
                </a:lnTo>
                <a:lnTo>
                  <a:pt x="4221874" y="0"/>
                </a:lnTo>
                <a:lnTo>
                  <a:pt x="5400001" y="0"/>
                </a:lnTo>
                <a:lnTo>
                  <a:pt x="4945018" y="454983"/>
                </a:lnTo>
                <a:lnTo>
                  <a:pt x="4221874" y="454983"/>
                </a:lnTo>
                <a:lnTo>
                  <a:pt x="3148030" y="454983"/>
                </a:lnTo>
                <a:lnTo>
                  <a:pt x="2975116" y="454983"/>
                </a:lnTo>
                <a:lnTo>
                  <a:pt x="2424886" y="454983"/>
                </a:lnTo>
                <a:lnTo>
                  <a:pt x="2251971" y="454983"/>
                </a:lnTo>
                <a:lnTo>
                  <a:pt x="1178128" y="454983"/>
                </a:lnTo>
                <a:lnTo>
                  <a:pt x="454983" y="454983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20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4" name="Freeform: Shape 83">
            <a:extLst>
              <a:ext uri="{FF2B5EF4-FFF2-40B4-BE49-F238E27FC236}">
                <a16:creationId xmlns:a16="http://schemas.microsoft.com/office/drawing/2014/main" id="{6CDA035B-412A-4E23-AF5E-078EB80C1941}"/>
              </a:ext>
            </a:extLst>
          </p:cNvPr>
          <p:cNvSpPr/>
          <p:nvPr userDrawn="1"/>
        </p:nvSpPr>
        <p:spPr>
          <a:xfrm rot="16200000" flipH="1" flipV="1">
            <a:off x="3651343" y="3108567"/>
            <a:ext cx="5950408" cy="376019"/>
          </a:xfrm>
          <a:custGeom>
            <a:avLst/>
            <a:gdLst>
              <a:gd name="connsiteX0" fmla="*/ 7199994 w 7199994"/>
              <a:gd name="connsiteY0" fmla="*/ 0 h 454983"/>
              <a:gd name="connsiteX1" fmla="*/ 5003045 w 7199994"/>
              <a:gd name="connsiteY1" fmla="*/ 0 h 454983"/>
              <a:gd name="connsiteX2" fmla="*/ 4775114 w 7199994"/>
              <a:gd name="connsiteY2" fmla="*/ 0 h 454983"/>
              <a:gd name="connsiteX3" fmla="*/ 4621829 w 7199994"/>
              <a:gd name="connsiteY3" fmla="*/ 0 h 454983"/>
              <a:gd name="connsiteX4" fmla="*/ 2578165 w 7199994"/>
              <a:gd name="connsiteY4" fmla="*/ 0 h 454983"/>
              <a:gd name="connsiteX5" fmla="*/ 2424880 w 7199994"/>
              <a:gd name="connsiteY5" fmla="*/ 0 h 454983"/>
              <a:gd name="connsiteX6" fmla="*/ 2196949 w 7199994"/>
              <a:gd name="connsiteY6" fmla="*/ 0 h 454983"/>
              <a:gd name="connsiteX7" fmla="*/ 0 w 7199994"/>
              <a:gd name="connsiteY7" fmla="*/ 0 h 454983"/>
              <a:gd name="connsiteX8" fmla="*/ 454979 w 7199994"/>
              <a:gd name="connsiteY8" fmla="*/ 454983 h 454983"/>
              <a:gd name="connsiteX9" fmla="*/ 2196949 w 7199994"/>
              <a:gd name="connsiteY9" fmla="*/ 454983 h 454983"/>
              <a:gd name="connsiteX10" fmla="*/ 2424880 w 7199994"/>
              <a:gd name="connsiteY10" fmla="*/ 454983 h 454983"/>
              <a:gd name="connsiteX11" fmla="*/ 3033144 w 7199994"/>
              <a:gd name="connsiteY11" fmla="*/ 454983 h 454983"/>
              <a:gd name="connsiteX12" fmla="*/ 4166850 w 7199994"/>
              <a:gd name="connsiteY12" fmla="*/ 454983 h 454983"/>
              <a:gd name="connsiteX13" fmla="*/ 4775114 w 7199994"/>
              <a:gd name="connsiteY13" fmla="*/ 454983 h 454983"/>
              <a:gd name="connsiteX14" fmla="*/ 5003045 w 7199994"/>
              <a:gd name="connsiteY14" fmla="*/ 454983 h 454983"/>
              <a:gd name="connsiteX15" fmla="*/ 6745015 w 7199994"/>
              <a:gd name="connsiteY15" fmla="*/ 454983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199994" h="454983">
                <a:moveTo>
                  <a:pt x="7199994" y="0"/>
                </a:moveTo>
                <a:lnTo>
                  <a:pt x="5003045" y="0"/>
                </a:lnTo>
                <a:lnTo>
                  <a:pt x="4775114" y="0"/>
                </a:lnTo>
                <a:lnTo>
                  <a:pt x="4621829" y="0"/>
                </a:lnTo>
                <a:lnTo>
                  <a:pt x="2578165" y="0"/>
                </a:lnTo>
                <a:lnTo>
                  <a:pt x="2424880" y="0"/>
                </a:lnTo>
                <a:lnTo>
                  <a:pt x="2196949" y="0"/>
                </a:lnTo>
                <a:lnTo>
                  <a:pt x="0" y="0"/>
                </a:lnTo>
                <a:lnTo>
                  <a:pt x="454979" y="454983"/>
                </a:lnTo>
                <a:lnTo>
                  <a:pt x="2196949" y="454983"/>
                </a:lnTo>
                <a:lnTo>
                  <a:pt x="2424880" y="454983"/>
                </a:lnTo>
                <a:lnTo>
                  <a:pt x="3033144" y="454983"/>
                </a:lnTo>
                <a:lnTo>
                  <a:pt x="4166850" y="454983"/>
                </a:lnTo>
                <a:lnTo>
                  <a:pt x="4775114" y="454983"/>
                </a:lnTo>
                <a:lnTo>
                  <a:pt x="5003045" y="454983"/>
                </a:lnTo>
                <a:lnTo>
                  <a:pt x="6745015" y="454983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20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5" name="Freeform: Shape 84">
            <a:extLst>
              <a:ext uri="{FF2B5EF4-FFF2-40B4-BE49-F238E27FC236}">
                <a16:creationId xmlns:a16="http://schemas.microsoft.com/office/drawing/2014/main" id="{8A093228-2C82-4980-B608-FD111C15262F}"/>
              </a:ext>
            </a:extLst>
          </p:cNvPr>
          <p:cNvSpPr/>
          <p:nvPr userDrawn="1"/>
        </p:nvSpPr>
        <p:spPr>
          <a:xfrm rot="16200000" flipH="1">
            <a:off x="-435447" y="3108566"/>
            <a:ext cx="5950408" cy="376019"/>
          </a:xfrm>
          <a:custGeom>
            <a:avLst/>
            <a:gdLst>
              <a:gd name="connsiteX0" fmla="*/ 6745015 w 7199994"/>
              <a:gd name="connsiteY0" fmla="*/ 454983 h 454983"/>
              <a:gd name="connsiteX1" fmla="*/ 5003045 w 7199994"/>
              <a:gd name="connsiteY1" fmla="*/ 454983 h 454983"/>
              <a:gd name="connsiteX2" fmla="*/ 4775114 w 7199994"/>
              <a:gd name="connsiteY2" fmla="*/ 454983 h 454983"/>
              <a:gd name="connsiteX3" fmla="*/ 4166850 w 7199994"/>
              <a:gd name="connsiteY3" fmla="*/ 454983 h 454983"/>
              <a:gd name="connsiteX4" fmla="*/ 3033144 w 7199994"/>
              <a:gd name="connsiteY4" fmla="*/ 454983 h 454983"/>
              <a:gd name="connsiteX5" fmla="*/ 2424880 w 7199994"/>
              <a:gd name="connsiteY5" fmla="*/ 454983 h 454983"/>
              <a:gd name="connsiteX6" fmla="*/ 2196949 w 7199994"/>
              <a:gd name="connsiteY6" fmla="*/ 454983 h 454983"/>
              <a:gd name="connsiteX7" fmla="*/ 454979 w 7199994"/>
              <a:gd name="connsiteY7" fmla="*/ 454983 h 454983"/>
              <a:gd name="connsiteX8" fmla="*/ 0 w 7199994"/>
              <a:gd name="connsiteY8" fmla="*/ 0 h 454983"/>
              <a:gd name="connsiteX9" fmla="*/ 2196949 w 7199994"/>
              <a:gd name="connsiteY9" fmla="*/ 0 h 454983"/>
              <a:gd name="connsiteX10" fmla="*/ 2424880 w 7199994"/>
              <a:gd name="connsiteY10" fmla="*/ 0 h 454983"/>
              <a:gd name="connsiteX11" fmla="*/ 2578165 w 7199994"/>
              <a:gd name="connsiteY11" fmla="*/ 0 h 454983"/>
              <a:gd name="connsiteX12" fmla="*/ 4621829 w 7199994"/>
              <a:gd name="connsiteY12" fmla="*/ 0 h 454983"/>
              <a:gd name="connsiteX13" fmla="*/ 4775114 w 7199994"/>
              <a:gd name="connsiteY13" fmla="*/ 0 h 454983"/>
              <a:gd name="connsiteX14" fmla="*/ 5003045 w 7199994"/>
              <a:gd name="connsiteY14" fmla="*/ 0 h 454983"/>
              <a:gd name="connsiteX15" fmla="*/ 7199994 w 7199994"/>
              <a:gd name="connsiteY15" fmla="*/ 0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199994" h="454983">
                <a:moveTo>
                  <a:pt x="6745015" y="454983"/>
                </a:moveTo>
                <a:lnTo>
                  <a:pt x="5003045" y="454983"/>
                </a:lnTo>
                <a:lnTo>
                  <a:pt x="4775114" y="454983"/>
                </a:lnTo>
                <a:lnTo>
                  <a:pt x="4166850" y="454983"/>
                </a:lnTo>
                <a:lnTo>
                  <a:pt x="3033144" y="454983"/>
                </a:lnTo>
                <a:lnTo>
                  <a:pt x="2424880" y="454983"/>
                </a:lnTo>
                <a:lnTo>
                  <a:pt x="2196949" y="454983"/>
                </a:lnTo>
                <a:lnTo>
                  <a:pt x="454979" y="454983"/>
                </a:lnTo>
                <a:lnTo>
                  <a:pt x="0" y="0"/>
                </a:lnTo>
                <a:lnTo>
                  <a:pt x="2196949" y="0"/>
                </a:lnTo>
                <a:lnTo>
                  <a:pt x="2424880" y="0"/>
                </a:lnTo>
                <a:lnTo>
                  <a:pt x="2578165" y="0"/>
                </a:lnTo>
                <a:lnTo>
                  <a:pt x="4621829" y="0"/>
                </a:lnTo>
                <a:lnTo>
                  <a:pt x="4775114" y="0"/>
                </a:lnTo>
                <a:lnTo>
                  <a:pt x="5003045" y="0"/>
                </a:lnTo>
                <a:lnTo>
                  <a:pt x="7199994" y="0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20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6" name="Picture Placeholder 85">
            <a:extLst>
              <a:ext uri="{FF2B5EF4-FFF2-40B4-BE49-F238E27FC236}">
                <a16:creationId xmlns:a16="http://schemas.microsoft.com/office/drawing/2014/main" id="{9DFC504A-5CF8-4448-B174-09DC1A5D553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477946" y="1442034"/>
            <a:ext cx="2231407" cy="3709084"/>
          </a:xfrm>
          <a:custGeom>
            <a:avLst/>
            <a:gdLst>
              <a:gd name="connsiteX0" fmla="*/ 0 w 2231407"/>
              <a:gd name="connsiteY0" fmla="*/ 0 h 3709084"/>
              <a:gd name="connsiteX1" fmla="*/ 2231407 w 2231407"/>
              <a:gd name="connsiteY1" fmla="*/ 0 h 3709084"/>
              <a:gd name="connsiteX2" fmla="*/ 2231407 w 2231407"/>
              <a:gd name="connsiteY2" fmla="*/ 3709084 h 3709084"/>
              <a:gd name="connsiteX3" fmla="*/ 0 w 2231407"/>
              <a:gd name="connsiteY3" fmla="*/ 3709084 h 3709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31407" h="3709084">
                <a:moveTo>
                  <a:pt x="0" y="0"/>
                </a:moveTo>
                <a:lnTo>
                  <a:pt x="2231407" y="0"/>
                </a:lnTo>
                <a:lnTo>
                  <a:pt x="2231407" y="3709084"/>
                </a:lnTo>
                <a:lnTo>
                  <a:pt x="0" y="3709084"/>
                </a:lnTo>
                <a:close/>
              </a:path>
            </a:pathLst>
          </a:custGeom>
          <a:solidFill>
            <a:schemeClr val="bg2"/>
          </a:solidFill>
          <a:ln w="190500">
            <a:solidFill>
              <a:schemeClr val="tx1"/>
            </a:solidFill>
            <a:miter lim="800000"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600" i="1"/>
            </a:lvl1pPr>
          </a:lstStyle>
          <a:p>
            <a:r>
              <a:rPr lang="en-US" noProof="0" dirty="0"/>
              <a:t>Drag &amp; Drop or Insert your Image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E388136-EA09-4326-919E-2D8BCC1E3795}"/>
              </a:ext>
            </a:extLst>
          </p:cNvPr>
          <p:cNvSpPr/>
          <p:nvPr userDrawn="1"/>
        </p:nvSpPr>
        <p:spPr>
          <a:xfrm>
            <a:off x="999220" y="2349500"/>
            <a:ext cx="1348516" cy="230922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9" name="Picture Placeholder 98">
            <a:extLst>
              <a:ext uri="{FF2B5EF4-FFF2-40B4-BE49-F238E27FC236}">
                <a16:creationId xmlns:a16="http://schemas.microsoft.com/office/drawing/2014/main" id="{335BF416-E6B5-4582-A802-BA4F7EDA15C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192850" y="2558818"/>
            <a:ext cx="1151084" cy="1903347"/>
          </a:xfrm>
          <a:custGeom>
            <a:avLst/>
            <a:gdLst>
              <a:gd name="connsiteX0" fmla="*/ 0 w 2231407"/>
              <a:gd name="connsiteY0" fmla="*/ 0 h 3709084"/>
              <a:gd name="connsiteX1" fmla="*/ 2231407 w 2231407"/>
              <a:gd name="connsiteY1" fmla="*/ 0 h 3709084"/>
              <a:gd name="connsiteX2" fmla="*/ 2231407 w 2231407"/>
              <a:gd name="connsiteY2" fmla="*/ 3709084 h 3709084"/>
              <a:gd name="connsiteX3" fmla="*/ 0 w 2231407"/>
              <a:gd name="connsiteY3" fmla="*/ 3709084 h 3709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31407" h="3709084">
                <a:moveTo>
                  <a:pt x="0" y="0"/>
                </a:moveTo>
                <a:lnTo>
                  <a:pt x="2231407" y="0"/>
                </a:lnTo>
                <a:lnTo>
                  <a:pt x="2231407" y="3709084"/>
                </a:lnTo>
                <a:lnTo>
                  <a:pt x="0" y="3709084"/>
                </a:lnTo>
                <a:close/>
              </a:path>
            </a:pathLst>
          </a:custGeom>
          <a:solidFill>
            <a:schemeClr val="bg2"/>
          </a:solidFill>
          <a:ln w="190500">
            <a:noFill/>
            <a:miter lim="800000"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600" i="1"/>
            </a:lvl1pPr>
          </a:lstStyle>
          <a:p>
            <a:r>
              <a:rPr lang="en-US" noProof="0" dirty="0"/>
              <a:t>Drag &amp; Drop or Insert your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490FDA-4119-4689-822F-88616B285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4680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49" name="Text Placeholder 2">
            <a:extLst>
              <a:ext uri="{FF2B5EF4-FFF2-40B4-BE49-F238E27FC236}">
                <a16:creationId xmlns:a16="http://schemas.microsoft.com/office/drawing/2014/main" id="{DD0DC513-8608-4729-91A7-671D7A20D2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6544" y="5820446"/>
            <a:ext cx="1739248" cy="584418"/>
          </a:xfrm>
        </p:spPr>
        <p:txBody>
          <a:bodyPr anchor="t">
            <a:normAutofit/>
          </a:bodyPr>
          <a:lstStyle>
            <a:lvl1pPr marL="0" indent="0" algn="l">
              <a:buNone/>
              <a:defRPr sz="1600"/>
            </a:lvl1pPr>
          </a:lstStyle>
          <a:p>
            <a:pPr lvl="0"/>
            <a:r>
              <a:rPr lang="en-US" noProof="0"/>
              <a:t>Caption / Credits </a:t>
            </a:r>
          </a:p>
        </p:txBody>
      </p: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D59D2894-077B-4B91-B524-D3AFF66DD0C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05856" y="572027"/>
            <a:ext cx="3436734" cy="440500"/>
          </a:xfrm>
        </p:spPr>
        <p:txBody>
          <a:bodyPr anchor="b">
            <a:normAutofit/>
          </a:bodyPr>
          <a:lstStyle>
            <a:lvl1pPr marL="0" indent="0" algn="l">
              <a:buNone/>
              <a:defRPr sz="1600"/>
            </a:lvl1pPr>
          </a:lstStyle>
          <a:p>
            <a:pPr lvl="0"/>
            <a:r>
              <a:rPr lang="en-US" noProof="0"/>
              <a:t>Caption / Credits </a:t>
            </a:r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B6068C38-3D38-4447-9D5B-5197031D609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05856" y="5681839"/>
            <a:ext cx="1739248" cy="584418"/>
          </a:xfrm>
        </p:spPr>
        <p:txBody>
          <a:bodyPr anchor="t">
            <a:normAutofit/>
          </a:bodyPr>
          <a:lstStyle>
            <a:lvl1pPr marL="0" indent="0" algn="l">
              <a:buNone/>
              <a:defRPr sz="1600"/>
            </a:lvl1pPr>
          </a:lstStyle>
          <a:p>
            <a:pPr lvl="0"/>
            <a:r>
              <a:rPr lang="en-US" noProof="0"/>
              <a:t>Caption / Credits </a:t>
            </a:r>
          </a:p>
        </p:txBody>
      </p:sp>
    </p:spTree>
    <p:extLst>
      <p:ext uri="{BB962C8B-B14F-4D97-AF65-F5344CB8AC3E}">
        <p14:creationId xmlns:p14="http://schemas.microsoft.com/office/powerpoint/2010/main" val="384804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043B3-E384-42D1-A131-FE70C5AAE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6368" y="1313332"/>
            <a:ext cx="4621081" cy="2852737"/>
          </a:xfrm>
        </p:spPr>
        <p:txBody>
          <a:bodyPr anchor="b"/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F430AD-B58C-436A-BDAC-A9377A4F75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26368" y="4193057"/>
            <a:ext cx="462108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pic>
        <p:nvPicPr>
          <p:cNvPr id="32" name="Picture 31" descr="Picture 15">
            <a:extLst>
              <a:ext uri="{FF2B5EF4-FFF2-40B4-BE49-F238E27FC236}">
                <a16:creationId xmlns:a16="http://schemas.microsoft.com/office/drawing/2014/main" id="{1DDC01ED-C3B0-4EBE-9A1C-18C42F632A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7257" y="6040767"/>
            <a:ext cx="8985704" cy="750560"/>
          </a:xfrm>
          <a:custGeom>
            <a:avLst/>
            <a:gdLst>
              <a:gd name="connsiteX0" fmla="*/ 0 w 8985704"/>
              <a:gd name="connsiteY0" fmla="*/ 0 h 750560"/>
              <a:gd name="connsiteX1" fmla="*/ 1494297 w 8985704"/>
              <a:gd name="connsiteY1" fmla="*/ 0 h 750560"/>
              <a:gd name="connsiteX2" fmla="*/ 1494297 w 8985704"/>
              <a:gd name="connsiteY2" fmla="*/ 355816 h 750560"/>
              <a:gd name="connsiteX3" fmla="*/ 5957108 w 8985704"/>
              <a:gd name="connsiteY3" fmla="*/ 355816 h 750560"/>
              <a:gd name="connsiteX4" fmla="*/ 5957108 w 8985704"/>
              <a:gd name="connsiteY4" fmla="*/ 0 h 750560"/>
              <a:gd name="connsiteX5" fmla="*/ 8985704 w 8985704"/>
              <a:gd name="connsiteY5" fmla="*/ 0 h 750560"/>
              <a:gd name="connsiteX6" fmla="*/ 8985704 w 8985704"/>
              <a:gd name="connsiteY6" fmla="*/ 750560 h 750560"/>
              <a:gd name="connsiteX7" fmla="*/ 0 w 8985704"/>
              <a:gd name="connsiteY7" fmla="*/ 750560 h 750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985704" h="750560">
                <a:moveTo>
                  <a:pt x="0" y="0"/>
                </a:moveTo>
                <a:lnTo>
                  <a:pt x="1494297" y="0"/>
                </a:lnTo>
                <a:lnTo>
                  <a:pt x="1494297" y="355816"/>
                </a:lnTo>
                <a:lnTo>
                  <a:pt x="5957108" y="355816"/>
                </a:lnTo>
                <a:lnTo>
                  <a:pt x="5957108" y="0"/>
                </a:lnTo>
                <a:lnTo>
                  <a:pt x="8985704" y="0"/>
                </a:lnTo>
                <a:lnTo>
                  <a:pt x="8985704" y="750560"/>
                </a:lnTo>
                <a:lnTo>
                  <a:pt x="0" y="75056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2770CAF2-CBA4-4FA9-BCED-168DD06C8DC9}"/>
              </a:ext>
            </a:extLst>
          </p:cNvPr>
          <p:cNvSpPr>
            <a:spLocks/>
          </p:cNvSpPr>
          <p:nvPr/>
        </p:nvSpPr>
        <p:spPr>
          <a:xfrm rot="16200000" flipH="1">
            <a:off x="1105883" y="1573617"/>
            <a:ext cx="5198387" cy="371077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innerShdw blurRad="127000" dist="50800" dir="9180000">
              <a:prstClr val="black">
                <a:alpha val="6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noProof="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184F5CE-53CB-43EB-A141-40C974FB8D05}"/>
              </a:ext>
            </a:extLst>
          </p:cNvPr>
          <p:cNvSpPr>
            <a:spLocks/>
          </p:cNvSpPr>
          <p:nvPr/>
        </p:nvSpPr>
        <p:spPr>
          <a:xfrm rot="16200000" flipH="1">
            <a:off x="2772695" y="3241562"/>
            <a:ext cx="5950408" cy="37487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2404699-7BA4-48C2-890A-6519B569D704}"/>
              </a:ext>
            </a:extLst>
          </p:cNvPr>
          <p:cNvSpPr>
            <a:spLocks/>
          </p:cNvSpPr>
          <p:nvPr/>
        </p:nvSpPr>
        <p:spPr>
          <a:xfrm rot="16200000" flipH="1">
            <a:off x="-1315238" y="3241562"/>
            <a:ext cx="5950408" cy="37487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412DCC5-0CB3-4F36-AB9E-75C60E66D547}"/>
              </a:ext>
            </a:extLst>
          </p:cNvPr>
          <p:cNvSpPr/>
          <p:nvPr userDrawn="1"/>
        </p:nvSpPr>
        <p:spPr>
          <a:xfrm flipV="1">
            <a:off x="1472528" y="6028186"/>
            <a:ext cx="4462811" cy="376019"/>
          </a:xfrm>
          <a:custGeom>
            <a:avLst/>
            <a:gdLst>
              <a:gd name="connsiteX0" fmla="*/ 5400001 w 5400001"/>
              <a:gd name="connsiteY0" fmla="*/ 0 h 454983"/>
              <a:gd name="connsiteX1" fmla="*/ 4945018 w 5400001"/>
              <a:gd name="connsiteY1" fmla="*/ 454983 h 454983"/>
              <a:gd name="connsiteX2" fmla="*/ 4221873 w 5400001"/>
              <a:gd name="connsiteY2" fmla="*/ 454983 h 454983"/>
              <a:gd name="connsiteX3" fmla="*/ 3148030 w 5400001"/>
              <a:gd name="connsiteY3" fmla="*/ 454983 h 454983"/>
              <a:gd name="connsiteX4" fmla="*/ 2975116 w 5400001"/>
              <a:gd name="connsiteY4" fmla="*/ 454983 h 454983"/>
              <a:gd name="connsiteX5" fmla="*/ 2424886 w 5400001"/>
              <a:gd name="connsiteY5" fmla="*/ 454983 h 454983"/>
              <a:gd name="connsiteX6" fmla="*/ 2251971 w 5400001"/>
              <a:gd name="connsiteY6" fmla="*/ 454983 h 454983"/>
              <a:gd name="connsiteX7" fmla="*/ 1178128 w 5400001"/>
              <a:gd name="connsiteY7" fmla="*/ 454983 h 454983"/>
              <a:gd name="connsiteX8" fmla="*/ 454983 w 5400001"/>
              <a:gd name="connsiteY8" fmla="*/ 454983 h 454983"/>
              <a:gd name="connsiteX9" fmla="*/ 0 w 5400001"/>
              <a:gd name="connsiteY9" fmla="*/ 0 h 454983"/>
              <a:gd name="connsiteX10" fmla="*/ 1178128 w 5400001"/>
              <a:gd name="connsiteY10" fmla="*/ 0 h 454983"/>
              <a:gd name="connsiteX11" fmla="*/ 1796988 w 5400001"/>
              <a:gd name="connsiteY11" fmla="*/ 0 h 454983"/>
              <a:gd name="connsiteX12" fmla="*/ 2424886 w 5400001"/>
              <a:gd name="connsiteY12" fmla="*/ 0 h 454983"/>
              <a:gd name="connsiteX13" fmla="*/ 2975116 w 5400001"/>
              <a:gd name="connsiteY13" fmla="*/ 0 h 454983"/>
              <a:gd name="connsiteX14" fmla="*/ 3603013 w 5400001"/>
              <a:gd name="connsiteY14" fmla="*/ 0 h 454983"/>
              <a:gd name="connsiteX15" fmla="*/ 4221873 w 5400001"/>
              <a:gd name="connsiteY15" fmla="*/ 0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400001" h="454983">
                <a:moveTo>
                  <a:pt x="5400001" y="0"/>
                </a:moveTo>
                <a:lnTo>
                  <a:pt x="4945018" y="454983"/>
                </a:lnTo>
                <a:lnTo>
                  <a:pt x="4221873" y="454983"/>
                </a:lnTo>
                <a:lnTo>
                  <a:pt x="3148030" y="454983"/>
                </a:lnTo>
                <a:lnTo>
                  <a:pt x="2975116" y="454983"/>
                </a:lnTo>
                <a:lnTo>
                  <a:pt x="2424886" y="454983"/>
                </a:lnTo>
                <a:lnTo>
                  <a:pt x="2251971" y="454983"/>
                </a:lnTo>
                <a:lnTo>
                  <a:pt x="1178128" y="454983"/>
                </a:lnTo>
                <a:lnTo>
                  <a:pt x="454983" y="454983"/>
                </a:lnTo>
                <a:lnTo>
                  <a:pt x="0" y="0"/>
                </a:lnTo>
                <a:lnTo>
                  <a:pt x="1178128" y="0"/>
                </a:lnTo>
                <a:lnTo>
                  <a:pt x="1796988" y="0"/>
                </a:lnTo>
                <a:lnTo>
                  <a:pt x="2424886" y="0"/>
                </a:lnTo>
                <a:lnTo>
                  <a:pt x="2975116" y="0"/>
                </a:lnTo>
                <a:lnTo>
                  <a:pt x="3603013" y="0"/>
                </a:lnTo>
                <a:lnTo>
                  <a:pt x="4221873" y="0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20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11A57663-D44A-441F-A32C-7D4E3BB4BC5D}"/>
              </a:ext>
            </a:extLst>
          </p:cNvPr>
          <p:cNvSpPr/>
          <p:nvPr userDrawn="1"/>
        </p:nvSpPr>
        <p:spPr>
          <a:xfrm flipH="1">
            <a:off x="1472526" y="453797"/>
            <a:ext cx="4462811" cy="376019"/>
          </a:xfrm>
          <a:custGeom>
            <a:avLst/>
            <a:gdLst>
              <a:gd name="connsiteX0" fmla="*/ 0 w 5400001"/>
              <a:gd name="connsiteY0" fmla="*/ 0 h 454983"/>
              <a:gd name="connsiteX1" fmla="*/ 1178128 w 5400001"/>
              <a:gd name="connsiteY1" fmla="*/ 0 h 454983"/>
              <a:gd name="connsiteX2" fmla="*/ 1796988 w 5400001"/>
              <a:gd name="connsiteY2" fmla="*/ 0 h 454983"/>
              <a:gd name="connsiteX3" fmla="*/ 2424886 w 5400001"/>
              <a:gd name="connsiteY3" fmla="*/ 0 h 454983"/>
              <a:gd name="connsiteX4" fmla="*/ 2975116 w 5400001"/>
              <a:gd name="connsiteY4" fmla="*/ 0 h 454983"/>
              <a:gd name="connsiteX5" fmla="*/ 3603013 w 5400001"/>
              <a:gd name="connsiteY5" fmla="*/ 0 h 454983"/>
              <a:gd name="connsiteX6" fmla="*/ 4221874 w 5400001"/>
              <a:gd name="connsiteY6" fmla="*/ 0 h 454983"/>
              <a:gd name="connsiteX7" fmla="*/ 5400001 w 5400001"/>
              <a:gd name="connsiteY7" fmla="*/ 0 h 454983"/>
              <a:gd name="connsiteX8" fmla="*/ 4945018 w 5400001"/>
              <a:gd name="connsiteY8" fmla="*/ 454983 h 454983"/>
              <a:gd name="connsiteX9" fmla="*/ 4221874 w 5400001"/>
              <a:gd name="connsiteY9" fmla="*/ 454983 h 454983"/>
              <a:gd name="connsiteX10" fmla="*/ 3148030 w 5400001"/>
              <a:gd name="connsiteY10" fmla="*/ 454983 h 454983"/>
              <a:gd name="connsiteX11" fmla="*/ 2975116 w 5400001"/>
              <a:gd name="connsiteY11" fmla="*/ 454983 h 454983"/>
              <a:gd name="connsiteX12" fmla="*/ 2424886 w 5400001"/>
              <a:gd name="connsiteY12" fmla="*/ 454983 h 454983"/>
              <a:gd name="connsiteX13" fmla="*/ 2251971 w 5400001"/>
              <a:gd name="connsiteY13" fmla="*/ 454983 h 454983"/>
              <a:gd name="connsiteX14" fmla="*/ 1178128 w 5400001"/>
              <a:gd name="connsiteY14" fmla="*/ 454983 h 454983"/>
              <a:gd name="connsiteX15" fmla="*/ 454983 w 5400001"/>
              <a:gd name="connsiteY15" fmla="*/ 454983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400001" h="454983">
                <a:moveTo>
                  <a:pt x="0" y="0"/>
                </a:moveTo>
                <a:lnTo>
                  <a:pt x="1178128" y="0"/>
                </a:lnTo>
                <a:lnTo>
                  <a:pt x="1796988" y="0"/>
                </a:lnTo>
                <a:lnTo>
                  <a:pt x="2424886" y="0"/>
                </a:lnTo>
                <a:lnTo>
                  <a:pt x="2975116" y="0"/>
                </a:lnTo>
                <a:lnTo>
                  <a:pt x="3603013" y="0"/>
                </a:lnTo>
                <a:lnTo>
                  <a:pt x="4221874" y="0"/>
                </a:lnTo>
                <a:lnTo>
                  <a:pt x="5400001" y="0"/>
                </a:lnTo>
                <a:lnTo>
                  <a:pt x="4945018" y="454983"/>
                </a:lnTo>
                <a:lnTo>
                  <a:pt x="4221874" y="454983"/>
                </a:lnTo>
                <a:lnTo>
                  <a:pt x="3148030" y="454983"/>
                </a:lnTo>
                <a:lnTo>
                  <a:pt x="2975116" y="454983"/>
                </a:lnTo>
                <a:lnTo>
                  <a:pt x="2424886" y="454983"/>
                </a:lnTo>
                <a:lnTo>
                  <a:pt x="2251971" y="454983"/>
                </a:lnTo>
                <a:lnTo>
                  <a:pt x="1178128" y="454983"/>
                </a:lnTo>
                <a:lnTo>
                  <a:pt x="454983" y="454983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20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0EA8BCD4-2CE5-417C-AB41-D3B00B97C99A}"/>
              </a:ext>
            </a:extLst>
          </p:cNvPr>
          <p:cNvSpPr/>
          <p:nvPr userDrawn="1"/>
        </p:nvSpPr>
        <p:spPr>
          <a:xfrm rot="16200000" flipH="1" flipV="1">
            <a:off x="2772123" y="3240991"/>
            <a:ext cx="5950408" cy="376019"/>
          </a:xfrm>
          <a:custGeom>
            <a:avLst/>
            <a:gdLst>
              <a:gd name="connsiteX0" fmla="*/ 7199994 w 7199994"/>
              <a:gd name="connsiteY0" fmla="*/ 0 h 454983"/>
              <a:gd name="connsiteX1" fmla="*/ 5003045 w 7199994"/>
              <a:gd name="connsiteY1" fmla="*/ 0 h 454983"/>
              <a:gd name="connsiteX2" fmla="*/ 4775114 w 7199994"/>
              <a:gd name="connsiteY2" fmla="*/ 0 h 454983"/>
              <a:gd name="connsiteX3" fmla="*/ 4621829 w 7199994"/>
              <a:gd name="connsiteY3" fmla="*/ 0 h 454983"/>
              <a:gd name="connsiteX4" fmla="*/ 2578165 w 7199994"/>
              <a:gd name="connsiteY4" fmla="*/ 0 h 454983"/>
              <a:gd name="connsiteX5" fmla="*/ 2424880 w 7199994"/>
              <a:gd name="connsiteY5" fmla="*/ 0 h 454983"/>
              <a:gd name="connsiteX6" fmla="*/ 2196949 w 7199994"/>
              <a:gd name="connsiteY6" fmla="*/ 0 h 454983"/>
              <a:gd name="connsiteX7" fmla="*/ 0 w 7199994"/>
              <a:gd name="connsiteY7" fmla="*/ 0 h 454983"/>
              <a:gd name="connsiteX8" fmla="*/ 454979 w 7199994"/>
              <a:gd name="connsiteY8" fmla="*/ 454983 h 454983"/>
              <a:gd name="connsiteX9" fmla="*/ 2196949 w 7199994"/>
              <a:gd name="connsiteY9" fmla="*/ 454983 h 454983"/>
              <a:gd name="connsiteX10" fmla="*/ 2424880 w 7199994"/>
              <a:gd name="connsiteY10" fmla="*/ 454983 h 454983"/>
              <a:gd name="connsiteX11" fmla="*/ 3033144 w 7199994"/>
              <a:gd name="connsiteY11" fmla="*/ 454983 h 454983"/>
              <a:gd name="connsiteX12" fmla="*/ 4166850 w 7199994"/>
              <a:gd name="connsiteY12" fmla="*/ 454983 h 454983"/>
              <a:gd name="connsiteX13" fmla="*/ 4775114 w 7199994"/>
              <a:gd name="connsiteY13" fmla="*/ 454983 h 454983"/>
              <a:gd name="connsiteX14" fmla="*/ 5003045 w 7199994"/>
              <a:gd name="connsiteY14" fmla="*/ 454983 h 454983"/>
              <a:gd name="connsiteX15" fmla="*/ 6745015 w 7199994"/>
              <a:gd name="connsiteY15" fmla="*/ 454983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199994" h="454983">
                <a:moveTo>
                  <a:pt x="7199994" y="0"/>
                </a:moveTo>
                <a:lnTo>
                  <a:pt x="5003045" y="0"/>
                </a:lnTo>
                <a:lnTo>
                  <a:pt x="4775114" y="0"/>
                </a:lnTo>
                <a:lnTo>
                  <a:pt x="4621829" y="0"/>
                </a:lnTo>
                <a:lnTo>
                  <a:pt x="2578165" y="0"/>
                </a:lnTo>
                <a:lnTo>
                  <a:pt x="2424880" y="0"/>
                </a:lnTo>
                <a:lnTo>
                  <a:pt x="2196949" y="0"/>
                </a:lnTo>
                <a:lnTo>
                  <a:pt x="0" y="0"/>
                </a:lnTo>
                <a:lnTo>
                  <a:pt x="454979" y="454983"/>
                </a:lnTo>
                <a:lnTo>
                  <a:pt x="2196949" y="454983"/>
                </a:lnTo>
                <a:lnTo>
                  <a:pt x="2424880" y="454983"/>
                </a:lnTo>
                <a:lnTo>
                  <a:pt x="3033144" y="454983"/>
                </a:lnTo>
                <a:lnTo>
                  <a:pt x="4166850" y="454983"/>
                </a:lnTo>
                <a:lnTo>
                  <a:pt x="4775114" y="454983"/>
                </a:lnTo>
                <a:lnTo>
                  <a:pt x="5003045" y="454983"/>
                </a:lnTo>
                <a:lnTo>
                  <a:pt x="6745015" y="454983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20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46AA0823-E2D7-47E0-8CED-E708909AD814}"/>
              </a:ext>
            </a:extLst>
          </p:cNvPr>
          <p:cNvSpPr/>
          <p:nvPr userDrawn="1"/>
        </p:nvSpPr>
        <p:spPr>
          <a:xfrm rot="16200000" flipH="1">
            <a:off x="-1314667" y="3240990"/>
            <a:ext cx="5950408" cy="376019"/>
          </a:xfrm>
          <a:custGeom>
            <a:avLst/>
            <a:gdLst>
              <a:gd name="connsiteX0" fmla="*/ 6745015 w 7199994"/>
              <a:gd name="connsiteY0" fmla="*/ 454983 h 454983"/>
              <a:gd name="connsiteX1" fmla="*/ 5003045 w 7199994"/>
              <a:gd name="connsiteY1" fmla="*/ 454983 h 454983"/>
              <a:gd name="connsiteX2" fmla="*/ 4775114 w 7199994"/>
              <a:gd name="connsiteY2" fmla="*/ 454983 h 454983"/>
              <a:gd name="connsiteX3" fmla="*/ 4166850 w 7199994"/>
              <a:gd name="connsiteY3" fmla="*/ 454983 h 454983"/>
              <a:gd name="connsiteX4" fmla="*/ 3033144 w 7199994"/>
              <a:gd name="connsiteY4" fmla="*/ 454983 h 454983"/>
              <a:gd name="connsiteX5" fmla="*/ 2424880 w 7199994"/>
              <a:gd name="connsiteY5" fmla="*/ 454983 h 454983"/>
              <a:gd name="connsiteX6" fmla="*/ 2196949 w 7199994"/>
              <a:gd name="connsiteY6" fmla="*/ 454983 h 454983"/>
              <a:gd name="connsiteX7" fmla="*/ 454979 w 7199994"/>
              <a:gd name="connsiteY7" fmla="*/ 454983 h 454983"/>
              <a:gd name="connsiteX8" fmla="*/ 0 w 7199994"/>
              <a:gd name="connsiteY8" fmla="*/ 0 h 454983"/>
              <a:gd name="connsiteX9" fmla="*/ 2196949 w 7199994"/>
              <a:gd name="connsiteY9" fmla="*/ 0 h 454983"/>
              <a:gd name="connsiteX10" fmla="*/ 2424880 w 7199994"/>
              <a:gd name="connsiteY10" fmla="*/ 0 h 454983"/>
              <a:gd name="connsiteX11" fmla="*/ 2578165 w 7199994"/>
              <a:gd name="connsiteY11" fmla="*/ 0 h 454983"/>
              <a:gd name="connsiteX12" fmla="*/ 4621829 w 7199994"/>
              <a:gd name="connsiteY12" fmla="*/ 0 h 454983"/>
              <a:gd name="connsiteX13" fmla="*/ 4775114 w 7199994"/>
              <a:gd name="connsiteY13" fmla="*/ 0 h 454983"/>
              <a:gd name="connsiteX14" fmla="*/ 5003045 w 7199994"/>
              <a:gd name="connsiteY14" fmla="*/ 0 h 454983"/>
              <a:gd name="connsiteX15" fmla="*/ 7199994 w 7199994"/>
              <a:gd name="connsiteY15" fmla="*/ 0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199994" h="454983">
                <a:moveTo>
                  <a:pt x="6745015" y="454983"/>
                </a:moveTo>
                <a:lnTo>
                  <a:pt x="5003045" y="454983"/>
                </a:lnTo>
                <a:lnTo>
                  <a:pt x="4775114" y="454983"/>
                </a:lnTo>
                <a:lnTo>
                  <a:pt x="4166850" y="454983"/>
                </a:lnTo>
                <a:lnTo>
                  <a:pt x="3033144" y="454983"/>
                </a:lnTo>
                <a:lnTo>
                  <a:pt x="2424880" y="454983"/>
                </a:lnTo>
                <a:lnTo>
                  <a:pt x="2196949" y="454983"/>
                </a:lnTo>
                <a:lnTo>
                  <a:pt x="454979" y="454983"/>
                </a:lnTo>
                <a:lnTo>
                  <a:pt x="0" y="0"/>
                </a:lnTo>
                <a:lnTo>
                  <a:pt x="2196949" y="0"/>
                </a:lnTo>
                <a:lnTo>
                  <a:pt x="2424880" y="0"/>
                </a:lnTo>
                <a:lnTo>
                  <a:pt x="2578165" y="0"/>
                </a:lnTo>
                <a:lnTo>
                  <a:pt x="4621829" y="0"/>
                </a:lnTo>
                <a:lnTo>
                  <a:pt x="4775114" y="0"/>
                </a:lnTo>
                <a:lnTo>
                  <a:pt x="5003045" y="0"/>
                </a:lnTo>
                <a:lnTo>
                  <a:pt x="7199994" y="0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20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noProof="0" dirty="0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6F8401CE-C46C-4D80-AE99-15F982CA6A05}"/>
              </a:ext>
            </a:extLst>
          </p:cNvPr>
          <p:cNvSpPr>
            <a:spLocks noGrp="1"/>
          </p:cNvSpPr>
          <p:nvPr userDrawn="1">
            <p:ph type="pic" sz="quarter" idx="10" hasCustomPrompt="1"/>
          </p:nvPr>
        </p:nvSpPr>
        <p:spPr>
          <a:xfrm>
            <a:off x="2598725" y="1574458"/>
            <a:ext cx="2231407" cy="3709084"/>
          </a:xfrm>
          <a:custGeom>
            <a:avLst/>
            <a:gdLst>
              <a:gd name="connsiteX0" fmla="*/ 0 w 2231407"/>
              <a:gd name="connsiteY0" fmla="*/ 0 h 3709084"/>
              <a:gd name="connsiteX1" fmla="*/ 2231407 w 2231407"/>
              <a:gd name="connsiteY1" fmla="*/ 0 h 3709084"/>
              <a:gd name="connsiteX2" fmla="*/ 2231407 w 2231407"/>
              <a:gd name="connsiteY2" fmla="*/ 3709084 h 3709084"/>
              <a:gd name="connsiteX3" fmla="*/ 0 w 2231407"/>
              <a:gd name="connsiteY3" fmla="*/ 3709084 h 3709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31407" h="3709084">
                <a:moveTo>
                  <a:pt x="0" y="0"/>
                </a:moveTo>
                <a:lnTo>
                  <a:pt x="2231407" y="0"/>
                </a:lnTo>
                <a:lnTo>
                  <a:pt x="2231407" y="3709084"/>
                </a:lnTo>
                <a:lnTo>
                  <a:pt x="0" y="3709084"/>
                </a:lnTo>
                <a:close/>
              </a:path>
            </a:pathLst>
          </a:custGeom>
          <a:solidFill>
            <a:schemeClr val="bg2"/>
          </a:solidFill>
          <a:ln w="190500">
            <a:solidFill>
              <a:schemeClr val="tx1"/>
            </a:solidFill>
            <a:miter lim="800000"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600" i="1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Drag &amp; Drop or Insert your Image</a:t>
            </a:r>
          </a:p>
        </p:txBody>
      </p:sp>
    </p:spTree>
    <p:extLst>
      <p:ext uri="{BB962C8B-B14F-4D97-AF65-F5344CB8AC3E}">
        <p14:creationId xmlns:p14="http://schemas.microsoft.com/office/powerpoint/2010/main" val="1419313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redits -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: Rounded Corners 36" descr="Frame Shadow Front">
            <a:extLst>
              <a:ext uri="{FF2B5EF4-FFF2-40B4-BE49-F238E27FC236}">
                <a16:creationId xmlns:a16="http://schemas.microsoft.com/office/drawing/2014/main" id="{2D70F2B6-1FDE-4CC5-B338-DBA96A66A32A}"/>
              </a:ext>
            </a:extLst>
          </p:cNvPr>
          <p:cNvSpPr/>
          <p:nvPr userDrawn="1"/>
        </p:nvSpPr>
        <p:spPr>
          <a:xfrm>
            <a:off x="4528611" y="4720873"/>
            <a:ext cx="4166309" cy="516935"/>
          </a:xfrm>
          <a:prstGeom prst="roundRect">
            <a:avLst>
              <a:gd name="adj" fmla="val 50000"/>
            </a:avLst>
          </a:prstGeom>
          <a:solidFill>
            <a:schemeClr val="tx1">
              <a:alpha val="16000"/>
            </a:schemeClr>
          </a:solidFill>
          <a:ln>
            <a:noFill/>
          </a:ln>
          <a:effectLst>
            <a:softEdge rad="317500"/>
          </a:effectLst>
          <a:scene3d>
            <a:camera prst="orthographicFron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35" name="Group 34" descr="Frame Shadow Back">
            <a:extLst>
              <a:ext uri="{FF2B5EF4-FFF2-40B4-BE49-F238E27FC236}">
                <a16:creationId xmlns:a16="http://schemas.microsoft.com/office/drawing/2014/main" id="{6B91956B-8798-4412-AD5E-8CCD87DED0AB}"/>
              </a:ext>
            </a:extLst>
          </p:cNvPr>
          <p:cNvGrpSpPr/>
          <p:nvPr/>
        </p:nvGrpSpPr>
        <p:grpSpPr>
          <a:xfrm>
            <a:off x="4155957" y="4289411"/>
            <a:ext cx="5050889" cy="606181"/>
            <a:chOff x="-184150" y="3740827"/>
            <a:chExt cx="13550900" cy="914402"/>
          </a:xfrm>
          <a:scene3d>
            <a:camera prst="orthographicFront"/>
            <a:lightRig rig="threePt" dir="t"/>
          </a:scene3d>
        </p:grpSpPr>
        <p:sp>
          <p:nvSpPr>
            <p:cNvPr id="75" name="Flowchart: Manual Operation 74">
              <a:extLst>
                <a:ext uri="{FF2B5EF4-FFF2-40B4-BE49-F238E27FC236}">
                  <a16:creationId xmlns:a16="http://schemas.microsoft.com/office/drawing/2014/main" id="{AF8C60B6-3C7A-4E4C-85AB-1E7791FB4BB4}"/>
                </a:ext>
              </a:extLst>
            </p:cNvPr>
            <p:cNvSpPr/>
            <p:nvPr/>
          </p:nvSpPr>
          <p:spPr>
            <a:xfrm>
              <a:off x="-184150" y="3822700"/>
              <a:ext cx="13550900" cy="832529"/>
            </a:xfrm>
            <a:prstGeom prst="flowChartManualOperation">
              <a:avLst/>
            </a:prstGeom>
            <a:gradFill>
              <a:gsLst>
                <a:gs pos="0">
                  <a:schemeClr val="tx1">
                    <a:alpha val="0"/>
                  </a:schemeClr>
                </a:gs>
                <a:gs pos="100000">
                  <a:schemeClr val="tx1">
                    <a:alpha val="39000"/>
                  </a:schemeClr>
                </a:gs>
              </a:gsLst>
              <a:lin ang="5400000" scaled="1"/>
            </a:gra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76" name="Flowchart: Manual Operation 75">
              <a:extLst>
                <a:ext uri="{FF2B5EF4-FFF2-40B4-BE49-F238E27FC236}">
                  <a16:creationId xmlns:a16="http://schemas.microsoft.com/office/drawing/2014/main" id="{265CAC9C-8390-4EDB-9090-ED17BFA7E679}"/>
                </a:ext>
              </a:extLst>
            </p:cNvPr>
            <p:cNvSpPr/>
            <p:nvPr/>
          </p:nvSpPr>
          <p:spPr>
            <a:xfrm>
              <a:off x="-184150" y="3740828"/>
              <a:ext cx="13550900" cy="832529"/>
            </a:xfrm>
            <a:prstGeom prst="flowChartManualOperation">
              <a:avLst/>
            </a:prstGeom>
            <a:gradFill>
              <a:gsLst>
                <a:gs pos="65000">
                  <a:schemeClr val="tx1">
                    <a:alpha val="0"/>
                  </a:schemeClr>
                </a:gs>
                <a:gs pos="100000">
                  <a:schemeClr val="tx1">
                    <a:alpha val="39000"/>
                  </a:schemeClr>
                </a:gs>
              </a:gsLst>
              <a:lin ang="54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4490FDA-4119-4689-822F-88616B285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3877380" cy="1042762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46" name="Flowchart: Manual Operation 45">
            <a:extLst>
              <a:ext uri="{FF2B5EF4-FFF2-40B4-BE49-F238E27FC236}">
                <a16:creationId xmlns:a16="http://schemas.microsoft.com/office/drawing/2014/main" id="{8696E65A-41B0-4568-9C0E-C0EA74BCD9A1}"/>
              </a:ext>
            </a:extLst>
          </p:cNvPr>
          <p:cNvSpPr/>
          <p:nvPr userDrawn="1"/>
        </p:nvSpPr>
        <p:spPr>
          <a:xfrm rot="420000">
            <a:off x="6653895" y="5156761"/>
            <a:ext cx="6111576" cy="667804"/>
          </a:xfrm>
          <a:prstGeom prst="flowChartManualOperation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39000"/>
                </a:schemeClr>
              </a:gs>
            </a:gsLst>
            <a:lin ang="5400000" scaled="1"/>
          </a:gradFill>
          <a:ln>
            <a:noFill/>
          </a:ln>
          <a:effectLst>
            <a:softEdge rad="127000"/>
          </a:effectLst>
          <a:scene3d>
            <a:camera prst="perspectiveContrastingLeftFacing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7" name="Flowchart: Manual Operation 46">
            <a:extLst>
              <a:ext uri="{FF2B5EF4-FFF2-40B4-BE49-F238E27FC236}">
                <a16:creationId xmlns:a16="http://schemas.microsoft.com/office/drawing/2014/main" id="{B0A9F142-01A1-4CC5-A3B8-01E472D4F815}"/>
              </a:ext>
            </a:extLst>
          </p:cNvPr>
          <p:cNvSpPr/>
          <p:nvPr userDrawn="1"/>
        </p:nvSpPr>
        <p:spPr>
          <a:xfrm rot="420000">
            <a:off x="6653895" y="5091088"/>
            <a:ext cx="6111576" cy="667804"/>
          </a:xfrm>
          <a:prstGeom prst="flowChartManualOperation">
            <a:avLst/>
          </a:prstGeom>
          <a:gradFill>
            <a:gsLst>
              <a:gs pos="65000">
                <a:schemeClr val="tx1">
                  <a:alpha val="0"/>
                </a:schemeClr>
              </a:gs>
              <a:gs pos="100000">
                <a:schemeClr val="tx1">
                  <a:alpha val="39000"/>
                </a:schemeClr>
              </a:gs>
            </a:gsLst>
            <a:lin ang="5400000" scaled="1"/>
          </a:gradFill>
          <a:ln>
            <a:noFill/>
          </a:ln>
          <a:effectLst/>
          <a:scene3d>
            <a:camera prst="perspectiveContrastingLeftFacing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1B6DC620-FBE7-45AD-B072-6944D632A925}"/>
              </a:ext>
            </a:extLst>
          </p:cNvPr>
          <p:cNvGrpSpPr/>
          <p:nvPr userDrawn="1"/>
        </p:nvGrpSpPr>
        <p:grpSpPr>
          <a:xfrm>
            <a:off x="7188626" y="901413"/>
            <a:ext cx="5041234" cy="5390575"/>
            <a:chOff x="5944918" y="453797"/>
            <a:chExt cx="6099893" cy="6522597"/>
          </a:xfrm>
          <a:scene3d>
            <a:camera prst="perspectiveContrastingLeftFacing"/>
            <a:lightRig rig="threePt" dir="t"/>
          </a:scene3d>
        </p:grpSpPr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F646D9B7-051F-4D2F-ACD2-96AE7D3E203F}"/>
                </a:ext>
              </a:extLst>
            </p:cNvPr>
            <p:cNvGrpSpPr/>
            <p:nvPr/>
          </p:nvGrpSpPr>
          <p:grpSpPr>
            <a:xfrm rot="5400000" flipH="1">
              <a:off x="6113529" y="1197596"/>
              <a:ext cx="5950411" cy="4462813"/>
              <a:chOff x="2773081" y="728999"/>
              <a:chExt cx="7199996" cy="5400002"/>
            </a:xfrm>
          </p:grpSpPr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BCD91A4C-FCF8-449A-BEC9-309046DA111A}"/>
                  </a:ext>
                </a:extLst>
              </p:cNvPr>
              <p:cNvSpPr>
                <a:spLocks/>
              </p:cNvSpPr>
              <p:nvPr/>
            </p:nvSpPr>
            <p:spPr>
              <a:xfrm rot="10800000">
                <a:off x="3228053" y="1182600"/>
                <a:ext cx="6290048" cy="449003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innerShdw blurRad="127000" dist="50800" dir="9180000">
                  <a:prstClr val="black">
                    <a:alpha val="6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7AB5FD3E-DD17-49F7-B1FA-49E69673F62B}"/>
                  </a:ext>
                </a:extLst>
              </p:cNvPr>
              <p:cNvSpPr>
                <a:spLocks/>
              </p:cNvSpPr>
              <p:nvPr/>
            </p:nvSpPr>
            <p:spPr>
              <a:xfrm rot="10800000">
                <a:off x="2773083" y="729000"/>
                <a:ext cx="7199994" cy="4536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1F4D043A-3768-41C1-BC56-B202666A1E24}"/>
                  </a:ext>
                </a:extLst>
              </p:cNvPr>
              <p:cNvSpPr>
                <a:spLocks/>
              </p:cNvSpPr>
              <p:nvPr/>
            </p:nvSpPr>
            <p:spPr>
              <a:xfrm rot="10800000">
                <a:off x="2773083" y="5675398"/>
                <a:ext cx="7199994" cy="4536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69685DC8-1772-4A6E-AE31-134128445A4E}"/>
                  </a:ext>
                </a:extLst>
              </p:cNvPr>
              <p:cNvSpPr/>
              <p:nvPr userDrawn="1"/>
            </p:nvSpPr>
            <p:spPr>
              <a:xfrm rot="5400000">
                <a:off x="7045584" y="3201509"/>
                <a:ext cx="5400000" cy="454983"/>
              </a:xfrm>
              <a:custGeom>
                <a:avLst/>
                <a:gdLst>
                  <a:gd name="connsiteX0" fmla="*/ 0 w 5400001"/>
                  <a:gd name="connsiteY0" fmla="*/ 0 h 454983"/>
                  <a:gd name="connsiteX1" fmla="*/ 1178128 w 5400001"/>
                  <a:gd name="connsiteY1" fmla="*/ 0 h 454983"/>
                  <a:gd name="connsiteX2" fmla="*/ 1796988 w 5400001"/>
                  <a:gd name="connsiteY2" fmla="*/ 0 h 454983"/>
                  <a:gd name="connsiteX3" fmla="*/ 2424886 w 5400001"/>
                  <a:gd name="connsiteY3" fmla="*/ 0 h 454983"/>
                  <a:gd name="connsiteX4" fmla="*/ 2975116 w 5400001"/>
                  <a:gd name="connsiteY4" fmla="*/ 0 h 454983"/>
                  <a:gd name="connsiteX5" fmla="*/ 3603013 w 5400001"/>
                  <a:gd name="connsiteY5" fmla="*/ 0 h 454983"/>
                  <a:gd name="connsiteX6" fmla="*/ 4221874 w 5400001"/>
                  <a:gd name="connsiteY6" fmla="*/ 0 h 454983"/>
                  <a:gd name="connsiteX7" fmla="*/ 5400001 w 5400001"/>
                  <a:gd name="connsiteY7" fmla="*/ 0 h 454983"/>
                  <a:gd name="connsiteX8" fmla="*/ 4945018 w 5400001"/>
                  <a:gd name="connsiteY8" fmla="*/ 454983 h 454983"/>
                  <a:gd name="connsiteX9" fmla="*/ 4221874 w 5400001"/>
                  <a:gd name="connsiteY9" fmla="*/ 454983 h 454983"/>
                  <a:gd name="connsiteX10" fmla="*/ 3148030 w 5400001"/>
                  <a:gd name="connsiteY10" fmla="*/ 454983 h 454983"/>
                  <a:gd name="connsiteX11" fmla="*/ 2975116 w 5400001"/>
                  <a:gd name="connsiteY11" fmla="*/ 454983 h 454983"/>
                  <a:gd name="connsiteX12" fmla="*/ 2424886 w 5400001"/>
                  <a:gd name="connsiteY12" fmla="*/ 454983 h 454983"/>
                  <a:gd name="connsiteX13" fmla="*/ 2251971 w 5400001"/>
                  <a:gd name="connsiteY13" fmla="*/ 454983 h 454983"/>
                  <a:gd name="connsiteX14" fmla="*/ 1178128 w 5400001"/>
                  <a:gd name="connsiteY14" fmla="*/ 454983 h 454983"/>
                  <a:gd name="connsiteX15" fmla="*/ 454983 w 5400001"/>
                  <a:gd name="connsiteY15" fmla="*/ 454983 h 4549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5400001" h="454983">
                    <a:moveTo>
                      <a:pt x="0" y="0"/>
                    </a:moveTo>
                    <a:lnTo>
                      <a:pt x="1178128" y="0"/>
                    </a:lnTo>
                    <a:lnTo>
                      <a:pt x="1796988" y="0"/>
                    </a:lnTo>
                    <a:lnTo>
                      <a:pt x="2424886" y="0"/>
                    </a:lnTo>
                    <a:lnTo>
                      <a:pt x="2975116" y="0"/>
                    </a:lnTo>
                    <a:lnTo>
                      <a:pt x="3603013" y="0"/>
                    </a:lnTo>
                    <a:lnTo>
                      <a:pt x="4221874" y="0"/>
                    </a:lnTo>
                    <a:lnTo>
                      <a:pt x="5400001" y="0"/>
                    </a:lnTo>
                    <a:lnTo>
                      <a:pt x="4945018" y="454983"/>
                    </a:lnTo>
                    <a:lnTo>
                      <a:pt x="4221874" y="454983"/>
                    </a:lnTo>
                    <a:lnTo>
                      <a:pt x="3148030" y="454983"/>
                    </a:lnTo>
                    <a:lnTo>
                      <a:pt x="2975116" y="454983"/>
                    </a:lnTo>
                    <a:lnTo>
                      <a:pt x="2424886" y="454983"/>
                    </a:lnTo>
                    <a:lnTo>
                      <a:pt x="2251971" y="454983"/>
                    </a:lnTo>
                    <a:lnTo>
                      <a:pt x="1178128" y="454983"/>
                    </a:lnTo>
                    <a:lnTo>
                      <a:pt x="454983" y="454983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>
                      <a:lumMod val="5000"/>
                      <a:lumOff val="95000"/>
                    </a:schemeClr>
                  </a:gs>
                  <a:gs pos="20000">
                    <a:schemeClr val="accent3">
                      <a:lumMod val="45000"/>
                      <a:lumOff val="55000"/>
                    </a:schemeClr>
                  </a:gs>
                  <a:gs pos="100000">
                    <a:schemeClr val="accent3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812CB3B5-F89B-4631-AF9D-69B1EDFDE664}"/>
                  </a:ext>
                </a:extLst>
              </p:cNvPr>
              <p:cNvSpPr/>
              <p:nvPr userDrawn="1"/>
            </p:nvSpPr>
            <p:spPr>
              <a:xfrm rot="10800000" flipV="1">
                <a:off x="2773082" y="729001"/>
                <a:ext cx="7199994" cy="454983"/>
              </a:xfrm>
              <a:custGeom>
                <a:avLst/>
                <a:gdLst>
                  <a:gd name="connsiteX0" fmla="*/ 7199994 w 7199994"/>
                  <a:gd name="connsiteY0" fmla="*/ 0 h 454983"/>
                  <a:gd name="connsiteX1" fmla="*/ 5003045 w 7199994"/>
                  <a:gd name="connsiteY1" fmla="*/ 0 h 454983"/>
                  <a:gd name="connsiteX2" fmla="*/ 4775114 w 7199994"/>
                  <a:gd name="connsiteY2" fmla="*/ 0 h 454983"/>
                  <a:gd name="connsiteX3" fmla="*/ 4621829 w 7199994"/>
                  <a:gd name="connsiteY3" fmla="*/ 0 h 454983"/>
                  <a:gd name="connsiteX4" fmla="*/ 2578165 w 7199994"/>
                  <a:gd name="connsiteY4" fmla="*/ 0 h 454983"/>
                  <a:gd name="connsiteX5" fmla="*/ 2424880 w 7199994"/>
                  <a:gd name="connsiteY5" fmla="*/ 0 h 454983"/>
                  <a:gd name="connsiteX6" fmla="*/ 2196949 w 7199994"/>
                  <a:gd name="connsiteY6" fmla="*/ 0 h 454983"/>
                  <a:gd name="connsiteX7" fmla="*/ 0 w 7199994"/>
                  <a:gd name="connsiteY7" fmla="*/ 0 h 454983"/>
                  <a:gd name="connsiteX8" fmla="*/ 454979 w 7199994"/>
                  <a:gd name="connsiteY8" fmla="*/ 454983 h 454983"/>
                  <a:gd name="connsiteX9" fmla="*/ 2196949 w 7199994"/>
                  <a:gd name="connsiteY9" fmla="*/ 454983 h 454983"/>
                  <a:gd name="connsiteX10" fmla="*/ 2424880 w 7199994"/>
                  <a:gd name="connsiteY10" fmla="*/ 454983 h 454983"/>
                  <a:gd name="connsiteX11" fmla="*/ 3033144 w 7199994"/>
                  <a:gd name="connsiteY11" fmla="*/ 454983 h 454983"/>
                  <a:gd name="connsiteX12" fmla="*/ 4166850 w 7199994"/>
                  <a:gd name="connsiteY12" fmla="*/ 454983 h 454983"/>
                  <a:gd name="connsiteX13" fmla="*/ 4775114 w 7199994"/>
                  <a:gd name="connsiteY13" fmla="*/ 454983 h 454983"/>
                  <a:gd name="connsiteX14" fmla="*/ 5003045 w 7199994"/>
                  <a:gd name="connsiteY14" fmla="*/ 454983 h 454983"/>
                  <a:gd name="connsiteX15" fmla="*/ 6745015 w 7199994"/>
                  <a:gd name="connsiteY15" fmla="*/ 454983 h 4549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7199994" h="454983">
                    <a:moveTo>
                      <a:pt x="7199994" y="0"/>
                    </a:moveTo>
                    <a:lnTo>
                      <a:pt x="5003045" y="0"/>
                    </a:lnTo>
                    <a:lnTo>
                      <a:pt x="4775114" y="0"/>
                    </a:lnTo>
                    <a:lnTo>
                      <a:pt x="4621829" y="0"/>
                    </a:lnTo>
                    <a:lnTo>
                      <a:pt x="2578165" y="0"/>
                    </a:lnTo>
                    <a:lnTo>
                      <a:pt x="2424880" y="0"/>
                    </a:lnTo>
                    <a:lnTo>
                      <a:pt x="2196949" y="0"/>
                    </a:lnTo>
                    <a:lnTo>
                      <a:pt x="0" y="0"/>
                    </a:lnTo>
                    <a:lnTo>
                      <a:pt x="454979" y="454983"/>
                    </a:lnTo>
                    <a:lnTo>
                      <a:pt x="2196949" y="454983"/>
                    </a:lnTo>
                    <a:lnTo>
                      <a:pt x="2424880" y="454983"/>
                    </a:lnTo>
                    <a:lnTo>
                      <a:pt x="3033144" y="454983"/>
                    </a:lnTo>
                    <a:lnTo>
                      <a:pt x="4166850" y="454983"/>
                    </a:lnTo>
                    <a:lnTo>
                      <a:pt x="4775114" y="454983"/>
                    </a:lnTo>
                    <a:lnTo>
                      <a:pt x="5003045" y="454983"/>
                    </a:lnTo>
                    <a:lnTo>
                      <a:pt x="6745015" y="454983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>
                      <a:lumMod val="5000"/>
                      <a:lumOff val="95000"/>
                    </a:schemeClr>
                  </a:gs>
                  <a:gs pos="20000">
                    <a:schemeClr val="accent3">
                      <a:lumMod val="45000"/>
                      <a:lumOff val="55000"/>
                    </a:schemeClr>
                  </a:gs>
                  <a:gs pos="100000">
                    <a:schemeClr val="accent3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noFill/>
              </a:ln>
              <a:sp3d extrusionH="1270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8D409EF7-7D07-4B1A-8CD5-6F8A67115A42}"/>
                  </a:ext>
                </a:extLst>
              </p:cNvPr>
              <p:cNvSpPr/>
              <p:nvPr userDrawn="1"/>
            </p:nvSpPr>
            <p:spPr>
              <a:xfrm rot="10800000">
                <a:off x="2773083" y="5674016"/>
                <a:ext cx="7199994" cy="454983"/>
              </a:xfrm>
              <a:custGeom>
                <a:avLst/>
                <a:gdLst>
                  <a:gd name="connsiteX0" fmla="*/ 6745015 w 7199994"/>
                  <a:gd name="connsiteY0" fmla="*/ 454983 h 454983"/>
                  <a:gd name="connsiteX1" fmla="*/ 5003045 w 7199994"/>
                  <a:gd name="connsiteY1" fmla="*/ 454983 h 454983"/>
                  <a:gd name="connsiteX2" fmla="*/ 4775114 w 7199994"/>
                  <a:gd name="connsiteY2" fmla="*/ 454983 h 454983"/>
                  <a:gd name="connsiteX3" fmla="*/ 4166850 w 7199994"/>
                  <a:gd name="connsiteY3" fmla="*/ 454983 h 454983"/>
                  <a:gd name="connsiteX4" fmla="*/ 3033144 w 7199994"/>
                  <a:gd name="connsiteY4" fmla="*/ 454983 h 454983"/>
                  <a:gd name="connsiteX5" fmla="*/ 2424880 w 7199994"/>
                  <a:gd name="connsiteY5" fmla="*/ 454983 h 454983"/>
                  <a:gd name="connsiteX6" fmla="*/ 2196949 w 7199994"/>
                  <a:gd name="connsiteY6" fmla="*/ 454983 h 454983"/>
                  <a:gd name="connsiteX7" fmla="*/ 454979 w 7199994"/>
                  <a:gd name="connsiteY7" fmla="*/ 454983 h 454983"/>
                  <a:gd name="connsiteX8" fmla="*/ 0 w 7199994"/>
                  <a:gd name="connsiteY8" fmla="*/ 0 h 454983"/>
                  <a:gd name="connsiteX9" fmla="*/ 2196949 w 7199994"/>
                  <a:gd name="connsiteY9" fmla="*/ 0 h 454983"/>
                  <a:gd name="connsiteX10" fmla="*/ 2424880 w 7199994"/>
                  <a:gd name="connsiteY10" fmla="*/ 0 h 454983"/>
                  <a:gd name="connsiteX11" fmla="*/ 2578165 w 7199994"/>
                  <a:gd name="connsiteY11" fmla="*/ 0 h 454983"/>
                  <a:gd name="connsiteX12" fmla="*/ 4621829 w 7199994"/>
                  <a:gd name="connsiteY12" fmla="*/ 0 h 454983"/>
                  <a:gd name="connsiteX13" fmla="*/ 4775114 w 7199994"/>
                  <a:gd name="connsiteY13" fmla="*/ 0 h 454983"/>
                  <a:gd name="connsiteX14" fmla="*/ 5003045 w 7199994"/>
                  <a:gd name="connsiteY14" fmla="*/ 0 h 454983"/>
                  <a:gd name="connsiteX15" fmla="*/ 7199994 w 7199994"/>
                  <a:gd name="connsiteY15" fmla="*/ 0 h 4549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7199994" h="454983">
                    <a:moveTo>
                      <a:pt x="6745015" y="454983"/>
                    </a:moveTo>
                    <a:lnTo>
                      <a:pt x="5003045" y="454983"/>
                    </a:lnTo>
                    <a:lnTo>
                      <a:pt x="4775114" y="454983"/>
                    </a:lnTo>
                    <a:lnTo>
                      <a:pt x="4166850" y="454983"/>
                    </a:lnTo>
                    <a:lnTo>
                      <a:pt x="3033144" y="454983"/>
                    </a:lnTo>
                    <a:lnTo>
                      <a:pt x="2424880" y="454983"/>
                    </a:lnTo>
                    <a:lnTo>
                      <a:pt x="2196949" y="454983"/>
                    </a:lnTo>
                    <a:lnTo>
                      <a:pt x="454979" y="454983"/>
                    </a:lnTo>
                    <a:lnTo>
                      <a:pt x="0" y="0"/>
                    </a:lnTo>
                    <a:lnTo>
                      <a:pt x="2196949" y="0"/>
                    </a:lnTo>
                    <a:lnTo>
                      <a:pt x="2424880" y="0"/>
                    </a:lnTo>
                    <a:lnTo>
                      <a:pt x="2578165" y="0"/>
                    </a:lnTo>
                    <a:lnTo>
                      <a:pt x="4621829" y="0"/>
                    </a:lnTo>
                    <a:lnTo>
                      <a:pt x="4775114" y="0"/>
                    </a:lnTo>
                    <a:lnTo>
                      <a:pt x="5003045" y="0"/>
                    </a:lnTo>
                    <a:lnTo>
                      <a:pt x="71999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>
                      <a:lumMod val="5000"/>
                      <a:lumOff val="95000"/>
                    </a:schemeClr>
                  </a:gs>
                  <a:gs pos="20000">
                    <a:schemeClr val="accent3">
                      <a:lumMod val="45000"/>
                      <a:lumOff val="55000"/>
                    </a:schemeClr>
                  </a:gs>
                  <a:gs pos="100000">
                    <a:schemeClr val="accent3">
                      <a:lumMod val="30000"/>
                      <a:lumOff val="70000"/>
                    </a:schemeClr>
                  </a:gs>
                </a:gsLst>
                <a:lin ang="162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D3F0E2C1-3F02-4193-AB07-FD7BE83CA6C5}"/>
                  </a:ext>
                </a:extLst>
              </p:cNvPr>
              <p:cNvSpPr/>
              <p:nvPr userDrawn="1"/>
            </p:nvSpPr>
            <p:spPr>
              <a:xfrm rot="5400000" flipH="1" flipV="1">
                <a:off x="300573" y="3201507"/>
                <a:ext cx="5400000" cy="454983"/>
              </a:xfrm>
              <a:custGeom>
                <a:avLst/>
                <a:gdLst>
                  <a:gd name="connsiteX0" fmla="*/ 5400001 w 5400001"/>
                  <a:gd name="connsiteY0" fmla="*/ 0 h 454983"/>
                  <a:gd name="connsiteX1" fmla="*/ 4945018 w 5400001"/>
                  <a:gd name="connsiteY1" fmla="*/ 454983 h 454983"/>
                  <a:gd name="connsiteX2" fmla="*/ 4221873 w 5400001"/>
                  <a:gd name="connsiteY2" fmla="*/ 454983 h 454983"/>
                  <a:gd name="connsiteX3" fmla="*/ 3148030 w 5400001"/>
                  <a:gd name="connsiteY3" fmla="*/ 454983 h 454983"/>
                  <a:gd name="connsiteX4" fmla="*/ 2975116 w 5400001"/>
                  <a:gd name="connsiteY4" fmla="*/ 454983 h 454983"/>
                  <a:gd name="connsiteX5" fmla="*/ 2424886 w 5400001"/>
                  <a:gd name="connsiteY5" fmla="*/ 454983 h 454983"/>
                  <a:gd name="connsiteX6" fmla="*/ 2251971 w 5400001"/>
                  <a:gd name="connsiteY6" fmla="*/ 454983 h 454983"/>
                  <a:gd name="connsiteX7" fmla="*/ 1178128 w 5400001"/>
                  <a:gd name="connsiteY7" fmla="*/ 454983 h 454983"/>
                  <a:gd name="connsiteX8" fmla="*/ 454983 w 5400001"/>
                  <a:gd name="connsiteY8" fmla="*/ 454983 h 454983"/>
                  <a:gd name="connsiteX9" fmla="*/ 0 w 5400001"/>
                  <a:gd name="connsiteY9" fmla="*/ 0 h 454983"/>
                  <a:gd name="connsiteX10" fmla="*/ 1178128 w 5400001"/>
                  <a:gd name="connsiteY10" fmla="*/ 0 h 454983"/>
                  <a:gd name="connsiteX11" fmla="*/ 1796988 w 5400001"/>
                  <a:gd name="connsiteY11" fmla="*/ 0 h 454983"/>
                  <a:gd name="connsiteX12" fmla="*/ 2424886 w 5400001"/>
                  <a:gd name="connsiteY12" fmla="*/ 0 h 454983"/>
                  <a:gd name="connsiteX13" fmla="*/ 2975116 w 5400001"/>
                  <a:gd name="connsiteY13" fmla="*/ 0 h 454983"/>
                  <a:gd name="connsiteX14" fmla="*/ 3603013 w 5400001"/>
                  <a:gd name="connsiteY14" fmla="*/ 0 h 454983"/>
                  <a:gd name="connsiteX15" fmla="*/ 4221873 w 5400001"/>
                  <a:gd name="connsiteY15" fmla="*/ 0 h 4549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5400001" h="454983">
                    <a:moveTo>
                      <a:pt x="5400001" y="0"/>
                    </a:moveTo>
                    <a:lnTo>
                      <a:pt x="4945018" y="454983"/>
                    </a:lnTo>
                    <a:lnTo>
                      <a:pt x="4221873" y="454983"/>
                    </a:lnTo>
                    <a:lnTo>
                      <a:pt x="3148030" y="454983"/>
                    </a:lnTo>
                    <a:lnTo>
                      <a:pt x="2975116" y="454983"/>
                    </a:lnTo>
                    <a:lnTo>
                      <a:pt x="2424886" y="454983"/>
                    </a:lnTo>
                    <a:lnTo>
                      <a:pt x="2251971" y="454983"/>
                    </a:lnTo>
                    <a:lnTo>
                      <a:pt x="1178128" y="454983"/>
                    </a:lnTo>
                    <a:lnTo>
                      <a:pt x="454983" y="454983"/>
                    </a:lnTo>
                    <a:lnTo>
                      <a:pt x="0" y="0"/>
                    </a:lnTo>
                    <a:lnTo>
                      <a:pt x="1178128" y="0"/>
                    </a:lnTo>
                    <a:lnTo>
                      <a:pt x="1796988" y="0"/>
                    </a:lnTo>
                    <a:lnTo>
                      <a:pt x="2424886" y="0"/>
                    </a:lnTo>
                    <a:lnTo>
                      <a:pt x="2975116" y="0"/>
                    </a:lnTo>
                    <a:lnTo>
                      <a:pt x="3603013" y="0"/>
                    </a:lnTo>
                    <a:lnTo>
                      <a:pt x="422187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>
                      <a:lumMod val="5000"/>
                      <a:lumOff val="95000"/>
                    </a:schemeClr>
                  </a:gs>
                  <a:gs pos="20000">
                    <a:schemeClr val="accent3">
                      <a:lumMod val="45000"/>
                      <a:lumOff val="55000"/>
                    </a:schemeClr>
                  </a:gs>
                  <a:gs pos="100000">
                    <a:schemeClr val="accent3">
                      <a:lumMod val="30000"/>
                      <a:lumOff val="70000"/>
                    </a:schemeClr>
                  </a:gs>
                </a:gsLst>
                <a:lin ang="162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80" name="Rectangle: Rounded Corners 79" descr="Frame Shadow Front">
              <a:extLst>
                <a:ext uri="{FF2B5EF4-FFF2-40B4-BE49-F238E27FC236}">
                  <a16:creationId xmlns:a16="http://schemas.microsoft.com/office/drawing/2014/main" id="{71ECAC6D-DF67-4F60-BE00-91820D08503F}"/>
                </a:ext>
              </a:extLst>
            </p:cNvPr>
            <p:cNvSpPr/>
            <p:nvPr/>
          </p:nvSpPr>
          <p:spPr>
            <a:xfrm>
              <a:off x="5944918" y="6219550"/>
              <a:ext cx="6099893" cy="756844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6000"/>
              </a:schemeClr>
            </a:soli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723DA5C8-BBEF-40F6-AED5-9931EA997494}"/>
              </a:ext>
            </a:extLst>
          </p:cNvPr>
          <p:cNvSpPr>
            <a:spLocks noGrp="1"/>
          </p:cNvSpPr>
          <p:nvPr>
            <p:ph type="tbl" sz="quarter" idx="10" hasCustomPrompt="1"/>
          </p:nvPr>
        </p:nvSpPr>
        <p:spPr>
          <a:xfrm>
            <a:off x="837496" y="1700213"/>
            <a:ext cx="3877380" cy="3808412"/>
          </a:xfrm>
        </p:spPr>
        <p:txBody>
          <a:bodyPr>
            <a:normAutofit/>
          </a:bodyPr>
          <a:lstStyle>
            <a:lvl1pPr marL="0" indent="0">
              <a:buNone/>
              <a:defRPr sz="1600" b="0" i="1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Create Your Credits Table</a:t>
            </a:r>
          </a:p>
        </p:txBody>
      </p:sp>
      <p:sp>
        <p:nvSpPr>
          <p:cNvPr id="101" name="Picture Placeholder 100">
            <a:extLst>
              <a:ext uri="{FF2B5EF4-FFF2-40B4-BE49-F238E27FC236}">
                <a16:creationId xmlns:a16="http://schemas.microsoft.com/office/drawing/2014/main" id="{66248A53-CDA6-4B67-9154-BAD04EF5EDED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9159240" y="1935480"/>
            <a:ext cx="1280160" cy="2834640"/>
          </a:xfrm>
          <a:custGeom>
            <a:avLst/>
            <a:gdLst>
              <a:gd name="connsiteX0" fmla="*/ 152400 w 1280160"/>
              <a:gd name="connsiteY0" fmla="*/ 0 h 2834640"/>
              <a:gd name="connsiteX1" fmla="*/ 1280160 w 1280160"/>
              <a:gd name="connsiteY1" fmla="*/ 167640 h 2834640"/>
              <a:gd name="connsiteX2" fmla="*/ 1112520 w 1280160"/>
              <a:gd name="connsiteY2" fmla="*/ 2834640 h 2834640"/>
              <a:gd name="connsiteX3" fmla="*/ 0 w 1280160"/>
              <a:gd name="connsiteY3" fmla="*/ 2453640 h 2834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0160" h="2834640">
                <a:moveTo>
                  <a:pt x="152400" y="0"/>
                </a:moveTo>
                <a:lnTo>
                  <a:pt x="1280160" y="167640"/>
                </a:lnTo>
                <a:lnTo>
                  <a:pt x="1112520" y="2834640"/>
                </a:lnTo>
                <a:lnTo>
                  <a:pt x="0" y="2453640"/>
                </a:lnTo>
                <a:close/>
              </a:path>
            </a:pathLst>
          </a:custGeom>
          <a:solidFill>
            <a:schemeClr val="bg2"/>
          </a:solidFill>
          <a:ln w="190500">
            <a:solidFill>
              <a:schemeClr val="tx1"/>
            </a:solidFill>
            <a:miter lim="800000"/>
          </a:ln>
        </p:spPr>
        <p:txBody>
          <a:bodyPr wrap="square" lIns="216000" rIns="216000" anchor="ctr">
            <a:noAutofit/>
          </a:bodyPr>
          <a:lstStyle>
            <a:lvl1pPr marL="0" indent="0" algn="ctr">
              <a:buNone/>
              <a:defRPr sz="1600" i="1"/>
            </a:lvl1pPr>
          </a:lstStyle>
          <a:p>
            <a:r>
              <a:rPr lang="en-US" noProof="0" dirty="0"/>
              <a:t>Drag &amp; Drop or Insert your Image</a:t>
            </a:r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3CFC632C-6CC1-4D4B-A92E-E46021082CF0}"/>
              </a:ext>
            </a:extLst>
          </p:cNvPr>
          <p:cNvSpPr/>
          <p:nvPr userDrawn="1"/>
        </p:nvSpPr>
        <p:spPr>
          <a:xfrm flipH="1">
            <a:off x="5151798" y="782786"/>
            <a:ext cx="3048160" cy="256826"/>
          </a:xfrm>
          <a:custGeom>
            <a:avLst/>
            <a:gdLst>
              <a:gd name="connsiteX0" fmla="*/ 0 w 5400001"/>
              <a:gd name="connsiteY0" fmla="*/ 0 h 454983"/>
              <a:gd name="connsiteX1" fmla="*/ 1178128 w 5400001"/>
              <a:gd name="connsiteY1" fmla="*/ 0 h 454983"/>
              <a:gd name="connsiteX2" fmla="*/ 1796988 w 5400001"/>
              <a:gd name="connsiteY2" fmla="*/ 0 h 454983"/>
              <a:gd name="connsiteX3" fmla="*/ 2424886 w 5400001"/>
              <a:gd name="connsiteY3" fmla="*/ 0 h 454983"/>
              <a:gd name="connsiteX4" fmla="*/ 2975116 w 5400001"/>
              <a:gd name="connsiteY4" fmla="*/ 0 h 454983"/>
              <a:gd name="connsiteX5" fmla="*/ 3603013 w 5400001"/>
              <a:gd name="connsiteY5" fmla="*/ 0 h 454983"/>
              <a:gd name="connsiteX6" fmla="*/ 4221874 w 5400001"/>
              <a:gd name="connsiteY6" fmla="*/ 0 h 454983"/>
              <a:gd name="connsiteX7" fmla="*/ 5400001 w 5400001"/>
              <a:gd name="connsiteY7" fmla="*/ 0 h 454983"/>
              <a:gd name="connsiteX8" fmla="*/ 4945018 w 5400001"/>
              <a:gd name="connsiteY8" fmla="*/ 454983 h 454983"/>
              <a:gd name="connsiteX9" fmla="*/ 4221874 w 5400001"/>
              <a:gd name="connsiteY9" fmla="*/ 454983 h 454983"/>
              <a:gd name="connsiteX10" fmla="*/ 3148030 w 5400001"/>
              <a:gd name="connsiteY10" fmla="*/ 454983 h 454983"/>
              <a:gd name="connsiteX11" fmla="*/ 2975116 w 5400001"/>
              <a:gd name="connsiteY11" fmla="*/ 454983 h 454983"/>
              <a:gd name="connsiteX12" fmla="*/ 2424886 w 5400001"/>
              <a:gd name="connsiteY12" fmla="*/ 454983 h 454983"/>
              <a:gd name="connsiteX13" fmla="*/ 2251971 w 5400001"/>
              <a:gd name="connsiteY13" fmla="*/ 454983 h 454983"/>
              <a:gd name="connsiteX14" fmla="*/ 1178128 w 5400001"/>
              <a:gd name="connsiteY14" fmla="*/ 454983 h 454983"/>
              <a:gd name="connsiteX15" fmla="*/ 454983 w 5400001"/>
              <a:gd name="connsiteY15" fmla="*/ 454983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400001" h="454983">
                <a:moveTo>
                  <a:pt x="0" y="0"/>
                </a:moveTo>
                <a:lnTo>
                  <a:pt x="1178128" y="0"/>
                </a:lnTo>
                <a:lnTo>
                  <a:pt x="1796988" y="0"/>
                </a:lnTo>
                <a:lnTo>
                  <a:pt x="2424886" y="0"/>
                </a:lnTo>
                <a:lnTo>
                  <a:pt x="2975116" y="0"/>
                </a:lnTo>
                <a:lnTo>
                  <a:pt x="3603013" y="0"/>
                </a:lnTo>
                <a:lnTo>
                  <a:pt x="4221874" y="0"/>
                </a:lnTo>
                <a:lnTo>
                  <a:pt x="5400001" y="0"/>
                </a:lnTo>
                <a:lnTo>
                  <a:pt x="4945018" y="454983"/>
                </a:lnTo>
                <a:lnTo>
                  <a:pt x="4221874" y="454983"/>
                </a:lnTo>
                <a:lnTo>
                  <a:pt x="3148030" y="454983"/>
                </a:lnTo>
                <a:lnTo>
                  <a:pt x="2975116" y="454983"/>
                </a:lnTo>
                <a:lnTo>
                  <a:pt x="2424886" y="454983"/>
                </a:lnTo>
                <a:lnTo>
                  <a:pt x="2251971" y="454983"/>
                </a:lnTo>
                <a:lnTo>
                  <a:pt x="1178128" y="454983"/>
                </a:lnTo>
                <a:lnTo>
                  <a:pt x="454983" y="454983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20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6AFB4B89-A7C4-48BB-A47F-E8478976C411}"/>
              </a:ext>
            </a:extLst>
          </p:cNvPr>
          <p:cNvSpPr/>
          <p:nvPr userDrawn="1"/>
        </p:nvSpPr>
        <p:spPr>
          <a:xfrm rot="16200000" flipH="1" flipV="1">
            <a:off x="6039440" y="2686477"/>
            <a:ext cx="4064209" cy="256826"/>
          </a:xfrm>
          <a:custGeom>
            <a:avLst/>
            <a:gdLst>
              <a:gd name="connsiteX0" fmla="*/ 7199994 w 7199994"/>
              <a:gd name="connsiteY0" fmla="*/ 0 h 454983"/>
              <a:gd name="connsiteX1" fmla="*/ 5003045 w 7199994"/>
              <a:gd name="connsiteY1" fmla="*/ 0 h 454983"/>
              <a:gd name="connsiteX2" fmla="*/ 4775114 w 7199994"/>
              <a:gd name="connsiteY2" fmla="*/ 0 h 454983"/>
              <a:gd name="connsiteX3" fmla="*/ 4621829 w 7199994"/>
              <a:gd name="connsiteY3" fmla="*/ 0 h 454983"/>
              <a:gd name="connsiteX4" fmla="*/ 2578165 w 7199994"/>
              <a:gd name="connsiteY4" fmla="*/ 0 h 454983"/>
              <a:gd name="connsiteX5" fmla="*/ 2424880 w 7199994"/>
              <a:gd name="connsiteY5" fmla="*/ 0 h 454983"/>
              <a:gd name="connsiteX6" fmla="*/ 2196949 w 7199994"/>
              <a:gd name="connsiteY6" fmla="*/ 0 h 454983"/>
              <a:gd name="connsiteX7" fmla="*/ 0 w 7199994"/>
              <a:gd name="connsiteY7" fmla="*/ 0 h 454983"/>
              <a:gd name="connsiteX8" fmla="*/ 454979 w 7199994"/>
              <a:gd name="connsiteY8" fmla="*/ 454983 h 454983"/>
              <a:gd name="connsiteX9" fmla="*/ 2196949 w 7199994"/>
              <a:gd name="connsiteY9" fmla="*/ 454983 h 454983"/>
              <a:gd name="connsiteX10" fmla="*/ 2424880 w 7199994"/>
              <a:gd name="connsiteY10" fmla="*/ 454983 h 454983"/>
              <a:gd name="connsiteX11" fmla="*/ 3033144 w 7199994"/>
              <a:gd name="connsiteY11" fmla="*/ 454983 h 454983"/>
              <a:gd name="connsiteX12" fmla="*/ 4166850 w 7199994"/>
              <a:gd name="connsiteY12" fmla="*/ 454983 h 454983"/>
              <a:gd name="connsiteX13" fmla="*/ 4775114 w 7199994"/>
              <a:gd name="connsiteY13" fmla="*/ 454983 h 454983"/>
              <a:gd name="connsiteX14" fmla="*/ 5003045 w 7199994"/>
              <a:gd name="connsiteY14" fmla="*/ 454983 h 454983"/>
              <a:gd name="connsiteX15" fmla="*/ 6745015 w 7199994"/>
              <a:gd name="connsiteY15" fmla="*/ 454983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199994" h="454983">
                <a:moveTo>
                  <a:pt x="7199994" y="0"/>
                </a:moveTo>
                <a:lnTo>
                  <a:pt x="5003045" y="0"/>
                </a:lnTo>
                <a:lnTo>
                  <a:pt x="4775114" y="0"/>
                </a:lnTo>
                <a:lnTo>
                  <a:pt x="4621829" y="0"/>
                </a:lnTo>
                <a:lnTo>
                  <a:pt x="2578165" y="0"/>
                </a:lnTo>
                <a:lnTo>
                  <a:pt x="2424880" y="0"/>
                </a:lnTo>
                <a:lnTo>
                  <a:pt x="2196949" y="0"/>
                </a:lnTo>
                <a:lnTo>
                  <a:pt x="0" y="0"/>
                </a:lnTo>
                <a:lnTo>
                  <a:pt x="454979" y="454983"/>
                </a:lnTo>
                <a:lnTo>
                  <a:pt x="2196949" y="454983"/>
                </a:lnTo>
                <a:lnTo>
                  <a:pt x="2424880" y="454983"/>
                </a:lnTo>
                <a:lnTo>
                  <a:pt x="3033144" y="454983"/>
                </a:lnTo>
                <a:lnTo>
                  <a:pt x="4166850" y="454983"/>
                </a:lnTo>
                <a:lnTo>
                  <a:pt x="4775114" y="454983"/>
                </a:lnTo>
                <a:lnTo>
                  <a:pt x="5003045" y="454983"/>
                </a:lnTo>
                <a:lnTo>
                  <a:pt x="6745015" y="454983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20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/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4BE72612-E77F-4694-A13E-AB2BFE65A5B6}"/>
              </a:ext>
            </a:extLst>
          </p:cNvPr>
          <p:cNvSpPr/>
          <p:nvPr userDrawn="1"/>
        </p:nvSpPr>
        <p:spPr>
          <a:xfrm rot="16200000" flipH="1">
            <a:off x="3248107" y="2686477"/>
            <a:ext cx="4064209" cy="256826"/>
          </a:xfrm>
          <a:custGeom>
            <a:avLst/>
            <a:gdLst>
              <a:gd name="connsiteX0" fmla="*/ 6745015 w 7199994"/>
              <a:gd name="connsiteY0" fmla="*/ 454983 h 454983"/>
              <a:gd name="connsiteX1" fmla="*/ 5003045 w 7199994"/>
              <a:gd name="connsiteY1" fmla="*/ 454983 h 454983"/>
              <a:gd name="connsiteX2" fmla="*/ 4775114 w 7199994"/>
              <a:gd name="connsiteY2" fmla="*/ 454983 h 454983"/>
              <a:gd name="connsiteX3" fmla="*/ 4166850 w 7199994"/>
              <a:gd name="connsiteY3" fmla="*/ 454983 h 454983"/>
              <a:gd name="connsiteX4" fmla="*/ 3033144 w 7199994"/>
              <a:gd name="connsiteY4" fmla="*/ 454983 h 454983"/>
              <a:gd name="connsiteX5" fmla="*/ 2424880 w 7199994"/>
              <a:gd name="connsiteY5" fmla="*/ 454983 h 454983"/>
              <a:gd name="connsiteX6" fmla="*/ 2196949 w 7199994"/>
              <a:gd name="connsiteY6" fmla="*/ 454983 h 454983"/>
              <a:gd name="connsiteX7" fmla="*/ 454979 w 7199994"/>
              <a:gd name="connsiteY7" fmla="*/ 454983 h 454983"/>
              <a:gd name="connsiteX8" fmla="*/ 0 w 7199994"/>
              <a:gd name="connsiteY8" fmla="*/ 0 h 454983"/>
              <a:gd name="connsiteX9" fmla="*/ 2196949 w 7199994"/>
              <a:gd name="connsiteY9" fmla="*/ 0 h 454983"/>
              <a:gd name="connsiteX10" fmla="*/ 2424880 w 7199994"/>
              <a:gd name="connsiteY10" fmla="*/ 0 h 454983"/>
              <a:gd name="connsiteX11" fmla="*/ 2578165 w 7199994"/>
              <a:gd name="connsiteY11" fmla="*/ 0 h 454983"/>
              <a:gd name="connsiteX12" fmla="*/ 4621829 w 7199994"/>
              <a:gd name="connsiteY12" fmla="*/ 0 h 454983"/>
              <a:gd name="connsiteX13" fmla="*/ 4775114 w 7199994"/>
              <a:gd name="connsiteY13" fmla="*/ 0 h 454983"/>
              <a:gd name="connsiteX14" fmla="*/ 5003045 w 7199994"/>
              <a:gd name="connsiteY14" fmla="*/ 0 h 454983"/>
              <a:gd name="connsiteX15" fmla="*/ 7199994 w 7199994"/>
              <a:gd name="connsiteY15" fmla="*/ 0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199994" h="454983">
                <a:moveTo>
                  <a:pt x="6745015" y="454983"/>
                </a:moveTo>
                <a:lnTo>
                  <a:pt x="5003045" y="454983"/>
                </a:lnTo>
                <a:lnTo>
                  <a:pt x="4775114" y="454983"/>
                </a:lnTo>
                <a:lnTo>
                  <a:pt x="4166850" y="454983"/>
                </a:lnTo>
                <a:lnTo>
                  <a:pt x="3033144" y="454983"/>
                </a:lnTo>
                <a:lnTo>
                  <a:pt x="2424880" y="454983"/>
                </a:lnTo>
                <a:lnTo>
                  <a:pt x="2196949" y="454983"/>
                </a:lnTo>
                <a:lnTo>
                  <a:pt x="454979" y="454983"/>
                </a:lnTo>
                <a:lnTo>
                  <a:pt x="0" y="0"/>
                </a:lnTo>
                <a:lnTo>
                  <a:pt x="2196949" y="0"/>
                </a:lnTo>
                <a:lnTo>
                  <a:pt x="2424880" y="0"/>
                </a:lnTo>
                <a:lnTo>
                  <a:pt x="2578165" y="0"/>
                </a:lnTo>
                <a:lnTo>
                  <a:pt x="4621829" y="0"/>
                </a:lnTo>
                <a:lnTo>
                  <a:pt x="4775114" y="0"/>
                </a:lnTo>
                <a:lnTo>
                  <a:pt x="5003045" y="0"/>
                </a:lnTo>
                <a:lnTo>
                  <a:pt x="7199994" y="0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20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noProof="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ECAD86C-C981-4432-AB5E-0361D0A9A58F}"/>
              </a:ext>
            </a:extLst>
          </p:cNvPr>
          <p:cNvSpPr>
            <a:spLocks/>
          </p:cNvSpPr>
          <p:nvPr/>
        </p:nvSpPr>
        <p:spPr>
          <a:xfrm rot="16200000" flipH="1">
            <a:off x="4901376" y="1547639"/>
            <a:ext cx="3550568" cy="253450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innerShdw blurRad="127000" dist="50800" dir="9180000">
              <a:prstClr val="black">
                <a:alpha val="6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noProof="0" dirty="0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4CC652EC-5167-45DB-99E3-F73CF7E9D974}"/>
              </a:ext>
            </a:extLst>
          </p:cNvPr>
          <p:cNvSpPr/>
          <p:nvPr userDrawn="1"/>
        </p:nvSpPr>
        <p:spPr>
          <a:xfrm flipV="1">
            <a:off x="5151799" y="4590169"/>
            <a:ext cx="3048160" cy="256826"/>
          </a:xfrm>
          <a:custGeom>
            <a:avLst/>
            <a:gdLst>
              <a:gd name="connsiteX0" fmla="*/ 5400001 w 5400001"/>
              <a:gd name="connsiteY0" fmla="*/ 0 h 454983"/>
              <a:gd name="connsiteX1" fmla="*/ 4945018 w 5400001"/>
              <a:gd name="connsiteY1" fmla="*/ 454983 h 454983"/>
              <a:gd name="connsiteX2" fmla="*/ 4221873 w 5400001"/>
              <a:gd name="connsiteY2" fmla="*/ 454983 h 454983"/>
              <a:gd name="connsiteX3" fmla="*/ 3148030 w 5400001"/>
              <a:gd name="connsiteY3" fmla="*/ 454983 h 454983"/>
              <a:gd name="connsiteX4" fmla="*/ 2975116 w 5400001"/>
              <a:gd name="connsiteY4" fmla="*/ 454983 h 454983"/>
              <a:gd name="connsiteX5" fmla="*/ 2424886 w 5400001"/>
              <a:gd name="connsiteY5" fmla="*/ 454983 h 454983"/>
              <a:gd name="connsiteX6" fmla="*/ 2251971 w 5400001"/>
              <a:gd name="connsiteY6" fmla="*/ 454983 h 454983"/>
              <a:gd name="connsiteX7" fmla="*/ 1178128 w 5400001"/>
              <a:gd name="connsiteY7" fmla="*/ 454983 h 454983"/>
              <a:gd name="connsiteX8" fmla="*/ 454983 w 5400001"/>
              <a:gd name="connsiteY8" fmla="*/ 454983 h 454983"/>
              <a:gd name="connsiteX9" fmla="*/ 0 w 5400001"/>
              <a:gd name="connsiteY9" fmla="*/ 0 h 454983"/>
              <a:gd name="connsiteX10" fmla="*/ 1178128 w 5400001"/>
              <a:gd name="connsiteY10" fmla="*/ 0 h 454983"/>
              <a:gd name="connsiteX11" fmla="*/ 1796988 w 5400001"/>
              <a:gd name="connsiteY11" fmla="*/ 0 h 454983"/>
              <a:gd name="connsiteX12" fmla="*/ 2424886 w 5400001"/>
              <a:gd name="connsiteY12" fmla="*/ 0 h 454983"/>
              <a:gd name="connsiteX13" fmla="*/ 2975116 w 5400001"/>
              <a:gd name="connsiteY13" fmla="*/ 0 h 454983"/>
              <a:gd name="connsiteX14" fmla="*/ 3603013 w 5400001"/>
              <a:gd name="connsiteY14" fmla="*/ 0 h 454983"/>
              <a:gd name="connsiteX15" fmla="*/ 4221873 w 5400001"/>
              <a:gd name="connsiteY15" fmla="*/ 0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400001" h="454983">
                <a:moveTo>
                  <a:pt x="5400001" y="0"/>
                </a:moveTo>
                <a:lnTo>
                  <a:pt x="4945018" y="454983"/>
                </a:lnTo>
                <a:lnTo>
                  <a:pt x="4221873" y="454983"/>
                </a:lnTo>
                <a:lnTo>
                  <a:pt x="3148030" y="454983"/>
                </a:lnTo>
                <a:lnTo>
                  <a:pt x="2975116" y="454983"/>
                </a:lnTo>
                <a:lnTo>
                  <a:pt x="2424886" y="454983"/>
                </a:lnTo>
                <a:lnTo>
                  <a:pt x="2251971" y="454983"/>
                </a:lnTo>
                <a:lnTo>
                  <a:pt x="1178128" y="454983"/>
                </a:lnTo>
                <a:lnTo>
                  <a:pt x="454983" y="454983"/>
                </a:lnTo>
                <a:lnTo>
                  <a:pt x="0" y="0"/>
                </a:lnTo>
                <a:lnTo>
                  <a:pt x="1178128" y="0"/>
                </a:lnTo>
                <a:lnTo>
                  <a:pt x="1796988" y="0"/>
                </a:lnTo>
                <a:lnTo>
                  <a:pt x="2424886" y="0"/>
                </a:lnTo>
                <a:lnTo>
                  <a:pt x="2975116" y="0"/>
                </a:lnTo>
                <a:lnTo>
                  <a:pt x="3603013" y="0"/>
                </a:lnTo>
                <a:lnTo>
                  <a:pt x="4221873" y="0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20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/>
          </a:p>
        </p:txBody>
      </p:sp>
      <p:sp>
        <p:nvSpPr>
          <p:cNvPr id="100" name="Picture Placeholder 99">
            <a:extLst>
              <a:ext uri="{FF2B5EF4-FFF2-40B4-BE49-F238E27FC236}">
                <a16:creationId xmlns:a16="http://schemas.microsoft.com/office/drawing/2014/main" id="{83DE6DAD-6B07-441E-9C8F-0ECC02422A9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023252" y="1700541"/>
            <a:ext cx="1292308" cy="2148097"/>
          </a:xfrm>
          <a:custGeom>
            <a:avLst/>
            <a:gdLst>
              <a:gd name="connsiteX0" fmla="*/ 0 w 1292308"/>
              <a:gd name="connsiteY0" fmla="*/ 0 h 2148097"/>
              <a:gd name="connsiteX1" fmla="*/ 1292308 w 1292308"/>
              <a:gd name="connsiteY1" fmla="*/ 0 h 2148097"/>
              <a:gd name="connsiteX2" fmla="*/ 1292308 w 1292308"/>
              <a:gd name="connsiteY2" fmla="*/ 2148097 h 2148097"/>
              <a:gd name="connsiteX3" fmla="*/ 0 w 1292308"/>
              <a:gd name="connsiteY3" fmla="*/ 2148097 h 2148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2308" h="2148097">
                <a:moveTo>
                  <a:pt x="0" y="0"/>
                </a:moveTo>
                <a:lnTo>
                  <a:pt x="1292308" y="0"/>
                </a:lnTo>
                <a:lnTo>
                  <a:pt x="1292308" y="2148097"/>
                </a:lnTo>
                <a:lnTo>
                  <a:pt x="0" y="2148097"/>
                </a:lnTo>
                <a:close/>
              </a:path>
            </a:pathLst>
          </a:custGeom>
          <a:solidFill>
            <a:schemeClr val="bg2"/>
          </a:solidFill>
          <a:ln w="190500">
            <a:solidFill>
              <a:schemeClr val="tx1"/>
            </a:solidFill>
            <a:miter lim="800000"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600" i="1"/>
            </a:lvl1pPr>
          </a:lstStyle>
          <a:p>
            <a:r>
              <a:rPr lang="en-US" noProof="0" dirty="0"/>
              <a:t>Drag &amp; Drop or Insert your Image</a:t>
            </a:r>
          </a:p>
        </p:txBody>
      </p:sp>
    </p:spTree>
    <p:extLst>
      <p:ext uri="{BB962C8B-B14F-4D97-AF65-F5344CB8AC3E}">
        <p14:creationId xmlns:p14="http://schemas.microsoft.com/office/powerpoint/2010/main" val="3212742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Dark">
    <p:bg>
      <p:bgPr>
        <a:gradFill>
          <a:gsLst>
            <a:gs pos="0">
              <a:schemeClr val="tx1">
                <a:lumMod val="85000"/>
                <a:lumOff val="15000"/>
              </a:schemeClr>
            </a:gs>
            <a:gs pos="28000">
              <a:schemeClr val="tx1">
                <a:lumMod val="95000"/>
                <a:lumOff val="5000"/>
              </a:schemeClr>
            </a:gs>
            <a:gs pos="100000">
              <a:schemeClr val="tx1">
                <a:lumMod val="85000"/>
                <a:lumOff val="15000"/>
              </a:schemeClr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 descr="Frame Shadow Back">
            <a:extLst>
              <a:ext uri="{FF2B5EF4-FFF2-40B4-BE49-F238E27FC236}">
                <a16:creationId xmlns:a16="http://schemas.microsoft.com/office/drawing/2014/main" id="{D27AC4AA-8A7A-43DC-99B3-E0AB0D8F0D28}"/>
              </a:ext>
            </a:extLst>
          </p:cNvPr>
          <p:cNvGrpSpPr/>
          <p:nvPr userDrawn="1"/>
        </p:nvGrpSpPr>
        <p:grpSpPr>
          <a:xfrm>
            <a:off x="3667983" y="5070678"/>
            <a:ext cx="9783733" cy="520321"/>
            <a:chOff x="-184150" y="3740828"/>
            <a:chExt cx="13550900" cy="914401"/>
          </a:xfrm>
        </p:grpSpPr>
        <p:sp>
          <p:nvSpPr>
            <p:cNvPr id="8" name="Flowchart: Manual Operation 7">
              <a:extLst>
                <a:ext uri="{FF2B5EF4-FFF2-40B4-BE49-F238E27FC236}">
                  <a16:creationId xmlns:a16="http://schemas.microsoft.com/office/drawing/2014/main" id="{5AC40034-0E78-4DDD-B490-CA82EEFE86E9}"/>
                </a:ext>
              </a:extLst>
            </p:cNvPr>
            <p:cNvSpPr/>
            <p:nvPr/>
          </p:nvSpPr>
          <p:spPr>
            <a:xfrm>
              <a:off x="-184150" y="3822700"/>
              <a:ext cx="13550900" cy="832529"/>
            </a:xfrm>
            <a:prstGeom prst="flowChartManualOperation">
              <a:avLst/>
            </a:prstGeom>
            <a:gradFill>
              <a:gsLst>
                <a:gs pos="0">
                  <a:schemeClr val="tx1">
                    <a:alpha val="0"/>
                  </a:schemeClr>
                </a:gs>
                <a:gs pos="100000">
                  <a:schemeClr val="tx1">
                    <a:alpha val="39000"/>
                  </a:schemeClr>
                </a:gs>
              </a:gsLst>
              <a:lin ang="5400000" scaled="1"/>
            </a:gra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9" name="Flowchart: Manual Operation 8">
              <a:extLst>
                <a:ext uri="{FF2B5EF4-FFF2-40B4-BE49-F238E27FC236}">
                  <a16:creationId xmlns:a16="http://schemas.microsoft.com/office/drawing/2014/main" id="{16A42961-252D-4EB7-A79A-9CBC85346EBF}"/>
                </a:ext>
              </a:extLst>
            </p:cNvPr>
            <p:cNvSpPr/>
            <p:nvPr/>
          </p:nvSpPr>
          <p:spPr>
            <a:xfrm>
              <a:off x="-184150" y="3740828"/>
              <a:ext cx="13550900" cy="832529"/>
            </a:xfrm>
            <a:prstGeom prst="flowChartManualOperation">
              <a:avLst/>
            </a:prstGeom>
            <a:gradFill>
              <a:gsLst>
                <a:gs pos="65000">
                  <a:schemeClr val="tx1">
                    <a:alpha val="0"/>
                  </a:schemeClr>
                </a:gs>
                <a:gs pos="100000">
                  <a:schemeClr val="tx1">
                    <a:alpha val="39000"/>
                  </a:schemeClr>
                </a:gs>
              </a:gsLst>
              <a:lin ang="54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5FE82FA1-CB34-45A7-AAD3-2D557EE42430}"/>
              </a:ext>
            </a:extLst>
          </p:cNvPr>
          <p:cNvSpPr>
            <a:spLocks/>
          </p:cNvSpPr>
          <p:nvPr userDrawn="1"/>
        </p:nvSpPr>
        <p:spPr>
          <a:xfrm rot="10800000">
            <a:off x="5960656" y="1439451"/>
            <a:ext cx="5198388" cy="371077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innerShdw blurRad="127000" dist="50800" dir="9180000">
              <a:prstClr val="black">
                <a:alpha val="6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43E38E8-1EF2-4077-932C-9132FCCD49EE}"/>
              </a:ext>
            </a:extLst>
          </p:cNvPr>
          <p:cNvSpPr>
            <a:spLocks/>
          </p:cNvSpPr>
          <p:nvPr userDrawn="1"/>
        </p:nvSpPr>
        <p:spPr>
          <a:xfrm rot="10800000">
            <a:off x="5584647" y="1064574"/>
            <a:ext cx="5950408" cy="37487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DAF2DAA-359C-4335-A548-3996DE7E2353}"/>
              </a:ext>
            </a:extLst>
          </p:cNvPr>
          <p:cNvSpPr>
            <a:spLocks/>
          </p:cNvSpPr>
          <p:nvPr userDrawn="1"/>
        </p:nvSpPr>
        <p:spPr>
          <a:xfrm rot="10800000">
            <a:off x="5584647" y="5152508"/>
            <a:ext cx="5950408" cy="37487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8852B49-0D95-48CD-80F5-13CF5CC842EE}"/>
              </a:ext>
            </a:extLst>
          </p:cNvPr>
          <p:cNvSpPr/>
          <p:nvPr userDrawn="1"/>
        </p:nvSpPr>
        <p:spPr>
          <a:xfrm rot="5400000" flipH="1" flipV="1">
            <a:off x="3541251" y="3107970"/>
            <a:ext cx="4462810" cy="376019"/>
          </a:xfrm>
          <a:custGeom>
            <a:avLst/>
            <a:gdLst>
              <a:gd name="connsiteX0" fmla="*/ 5400001 w 5400001"/>
              <a:gd name="connsiteY0" fmla="*/ 0 h 454983"/>
              <a:gd name="connsiteX1" fmla="*/ 4945018 w 5400001"/>
              <a:gd name="connsiteY1" fmla="*/ 454983 h 454983"/>
              <a:gd name="connsiteX2" fmla="*/ 4221873 w 5400001"/>
              <a:gd name="connsiteY2" fmla="*/ 454983 h 454983"/>
              <a:gd name="connsiteX3" fmla="*/ 3148030 w 5400001"/>
              <a:gd name="connsiteY3" fmla="*/ 454983 h 454983"/>
              <a:gd name="connsiteX4" fmla="*/ 2975116 w 5400001"/>
              <a:gd name="connsiteY4" fmla="*/ 454983 h 454983"/>
              <a:gd name="connsiteX5" fmla="*/ 2424886 w 5400001"/>
              <a:gd name="connsiteY5" fmla="*/ 454983 h 454983"/>
              <a:gd name="connsiteX6" fmla="*/ 2251971 w 5400001"/>
              <a:gd name="connsiteY6" fmla="*/ 454983 h 454983"/>
              <a:gd name="connsiteX7" fmla="*/ 1178128 w 5400001"/>
              <a:gd name="connsiteY7" fmla="*/ 454983 h 454983"/>
              <a:gd name="connsiteX8" fmla="*/ 454983 w 5400001"/>
              <a:gd name="connsiteY8" fmla="*/ 454983 h 454983"/>
              <a:gd name="connsiteX9" fmla="*/ 0 w 5400001"/>
              <a:gd name="connsiteY9" fmla="*/ 0 h 454983"/>
              <a:gd name="connsiteX10" fmla="*/ 1178128 w 5400001"/>
              <a:gd name="connsiteY10" fmla="*/ 0 h 454983"/>
              <a:gd name="connsiteX11" fmla="*/ 1796988 w 5400001"/>
              <a:gd name="connsiteY11" fmla="*/ 0 h 454983"/>
              <a:gd name="connsiteX12" fmla="*/ 2424886 w 5400001"/>
              <a:gd name="connsiteY12" fmla="*/ 0 h 454983"/>
              <a:gd name="connsiteX13" fmla="*/ 2975116 w 5400001"/>
              <a:gd name="connsiteY13" fmla="*/ 0 h 454983"/>
              <a:gd name="connsiteX14" fmla="*/ 3603013 w 5400001"/>
              <a:gd name="connsiteY14" fmla="*/ 0 h 454983"/>
              <a:gd name="connsiteX15" fmla="*/ 4221873 w 5400001"/>
              <a:gd name="connsiteY15" fmla="*/ 0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400001" h="454983">
                <a:moveTo>
                  <a:pt x="5400001" y="0"/>
                </a:moveTo>
                <a:lnTo>
                  <a:pt x="4945018" y="454983"/>
                </a:lnTo>
                <a:lnTo>
                  <a:pt x="4221873" y="454983"/>
                </a:lnTo>
                <a:lnTo>
                  <a:pt x="3148030" y="454983"/>
                </a:lnTo>
                <a:lnTo>
                  <a:pt x="2975116" y="454983"/>
                </a:lnTo>
                <a:lnTo>
                  <a:pt x="2424886" y="454983"/>
                </a:lnTo>
                <a:lnTo>
                  <a:pt x="2251971" y="454983"/>
                </a:lnTo>
                <a:lnTo>
                  <a:pt x="1178128" y="454983"/>
                </a:lnTo>
                <a:lnTo>
                  <a:pt x="454983" y="454983"/>
                </a:lnTo>
                <a:lnTo>
                  <a:pt x="0" y="0"/>
                </a:lnTo>
                <a:lnTo>
                  <a:pt x="1178128" y="0"/>
                </a:lnTo>
                <a:lnTo>
                  <a:pt x="1796988" y="0"/>
                </a:lnTo>
                <a:lnTo>
                  <a:pt x="2424886" y="0"/>
                </a:lnTo>
                <a:lnTo>
                  <a:pt x="2975116" y="0"/>
                </a:lnTo>
                <a:lnTo>
                  <a:pt x="3603013" y="0"/>
                </a:lnTo>
                <a:lnTo>
                  <a:pt x="4221873" y="0"/>
                </a:lnTo>
                <a:close/>
              </a:path>
            </a:pathLst>
          </a:custGeom>
          <a:gradFill flip="none" rotWithShape="1">
            <a:gsLst>
              <a:gs pos="0">
                <a:schemeClr val="tx1">
                  <a:lumMod val="65000"/>
                  <a:lumOff val="35000"/>
                </a:schemeClr>
              </a:gs>
              <a:gs pos="6000">
                <a:schemeClr val="tx1">
                  <a:lumMod val="85000"/>
                  <a:lumOff val="1500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1C57B54-65C6-4B97-8E2A-E68CBDC3232E}"/>
              </a:ext>
            </a:extLst>
          </p:cNvPr>
          <p:cNvSpPr/>
          <p:nvPr userDrawn="1"/>
        </p:nvSpPr>
        <p:spPr>
          <a:xfrm rot="5400000">
            <a:off x="9115640" y="3107970"/>
            <a:ext cx="4462810" cy="376019"/>
          </a:xfrm>
          <a:custGeom>
            <a:avLst/>
            <a:gdLst>
              <a:gd name="connsiteX0" fmla="*/ 0 w 5400001"/>
              <a:gd name="connsiteY0" fmla="*/ 0 h 454983"/>
              <a:gd name="connsiteX1" fmla="*/ 1178128 w 5400001"/>
              <a:gd name="connsiteY1" fmla="*/ 0 h 454983"/>
              <a:gd name="connsiteX2" fmla="*/ 1796988 w 5400001"/>
              <a:gd name="connsiteY2" fmla="*/ 0 h 454983"/>
              <a:gd name="connsiteX3" fmla="*/ 2424886 w 5400001"/>
              <a:gd name="connsiteY3" fmla="*/ 0 h 454983"/>
              <a:gd name="connsiteX4" fmla="*/ 2975116 w 5400001"/>
              <a:gd name="connsiteY4" fmla="*/ 0 h 454983"/>
              <a:gd name="connsiteX5" fmla="*/ 3603013 w 5400001"/>
              <a:gd name="connsiteY5" fmla="*/ 0 h 454983"/>
              <a:gd name="connsiteX6" fmla="*/ 4221874 w 5400001"/>
              <a:gd name="connsiteY6" fmla="*/ 0 h 454983"/>
              <a:gd name="connsiteX7" fmla="*/ 5400001 w 5400001"/>
              <a:gd name="connsiteY7" fmla="*/ 0 h 454983"/>
              <a:gd name="connsiteX8" fmla="*/ 4945018 w 5400001"/>
              <a:gd name="connsiteY8" fmla="*/ 454983 h 454983"/>
              <a:gd name="connsiteX9" fmla="*/ 4221874 w 5400001"/>
              <a:gd name="connsiteY9" fmla="*/ 454983 h 454983"/>
              <a:gd name="connsiteX10" fmla="*/ 3148030 w 5400001"/>
              <a:gd name="connsiteY10" fmla="*/ 454983 h 454983"/>
              <a:gd name="connsiteX11" fmla="*/ 2975116 w 5400001"/>
              <a:gd name="connsiteY11" fmla="*/ 454983 h 454983"/>
              <a:gd name="connsiteX12" fmla="*/ 2424886 w 5400001"/>
              <a:gd name="connsiteY12" fmla="*/ 454983 h 454983"/>
              <a:gd name="connsiteX13" fmla="*/ 2251971 w 5400001"/>
              <a:gd name="connsiteY13" fmla="*/ 454983 h 454983"/>
              <a:gd name="connsiteX14" fmla="*/ 1178128 w 5400001"/>
              <a:gd name="connsiteY14" fmla="*/ 454983 h 454983"/>
              <a:gd name="connsiteX15" fmla="*/ 454983 w 5400001"/>
              <a:gd name="connsiteY15" fmla="*/ 454983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400001" h="454983">
                <a:moveTo>
                  <a:pt x="0" y="0"/>
                </a:moveTo>
                <a:lnTo>
                  <a:pt x="1178128" y="0"/>
                </a:lnTo>
                <a:lnTo>
                  <a:pt x="1796988" y="0"/>
                </a:lnTo>
                <a:lnTo>
                  <a:pt x="2424886" y="0"/>
                </a:lnTo>
                <a:lnTo>
                  <a:pt x="2975116" y="0"/>
                </a:lnTo>
                <a:lnTo>
                  <a:pt x="3603013" y="0"/>
                </a:lnTo>
                <a:lnTo>
                  <a:pt x="4221874" y="0"/>
                </a:lnTo>
                <a:lnTo>
                  <a:pt x="5400001" y="0"/>
                </a:lnTo>
                <a:lnTo>
                  <a:pt x="4945018" y="454983"/>
                </a:lnTo>
                <a:lnTo>
                  <a:pt x="4221874" y="454983"/>
                </a:lnTo>
                <a:lnTo>
                  <a:pt x="3148030" y="454983"/>
                </a:lnTo>
                <a:lnTo>
                  <a:pt x="2975116" y="454983"/>
                </a:lnTo>
                <a:lnTo>
                  <a:pt x="2424886" y="454983"/>
                </a:lnTo>
                <a:lnTo>
                  <a:pt x="2251971" y="454983"/>
                </a:lnTo>
                <a:lnTo>
                  <a:pt x="1178128" y="454983"/>
                </a:lnTo>
                <a:lnTo>
                  <a:pt x="454983" y="454983"/>
                </a:lnTo>
                <a:close/>
              </a:path>
            </a:pathLst>
          </a:custGeom>
          <a:gradFill flip="none" rotWithShape="1">
            <a:gsLst>
              <a:gs pos="0">
                <a:schemeClr val="tx1">
                  <a:lumMod val="65000"/>
                  <a:lumOff val="35000"/>
                </a:schemeClr>
              </a:gs>
              <a:gs pos="6000">
                <a:schemeClr val="tx1">
                  <a:lumMod val="85000"/>
                  <a:lumOff val="1500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768F776-E59F-4E19-ABD2-172950969EAE}"/>
              </a:ext>
            </a:extLst>
          </p:cNvPr>
          <p:cNvSpPr/>
          <p:nvPr userDrawn="1"/>
        </p:nvSpPr>
        <p:spPr>
          <a:xfrm rot="10800000" flipV="1">
            <a:off x="5584647" y="1064575"/>
            <a:ext cx="5950408" cy="376019"/>
          </a:xfrm>
          <a:custGeom>
            <a:avLst/>
            <a:gdLst>
              <a:gd name="connsiteX0" fmla="*/ 7199994 w 7199994"/>
              <a:gd name="connsiteY0" fmla="*/ 0 h 454983"/>
              <a:gd name="connsiteX1" fmla="*/ 5003045 w 7199994"/>
              <a:gd name="connsiteY1" fmla="*/ 0 h 454983"/>
              <a:gd name="connsiteX2" fmla="*/ 4775114 w 7199994"/>
              <a:gd name="connsiteY2" fmla="*/ 0 h 454983"/>
              <a:gd name="connsiteX3" fmla="*/ 4621829 w 7199994"/>
              <a:gd name="connsiteY3" fmla="*/ 0 h 454983"/>
              <a:gd name="connsiteX4" fmla="*/ 2578165 w 7199994"/>
              <a:gd name="connsiteY4" fmla="*/ 0 h 454983"/>
              <a:gd name="connsiteX5" fmla="*/ 2424880 w 7199994"/>
              <a:gd name="connsiteY5" fmla="*/ 0 h 454983"/>
              <a:gd name="connsiteX6" fmla="*/ 2196949 w 7199994"/>
              <a:gd name="connsiteY6" fmla="*/ 0 h 454983"/>
              <a:gd name="connsiteX7" fmla="*/ 0 w 7199994"/>
              <a:gd name="connsiteY7" fmla="*/ 0 h 454983"/>
              <a:gd name="connsiteX8" fmla="*/ 454979 w 7199994"/>
              <a:gd name="connsiteY8" fmla="*/ 454983 h 454983"/>
              <a:gd name="connsiteX9" fmla="*/ 2196949 w 7199994"/>
              <a:gd name="connsiteY9" fmla="*/ 454983 h 454983"/>
              <a:gd name="connsiteX10" fmla="*/ 2424880 w 7199994"/>
              <a:gd name="connsiteY10" fmla="*/ 454983 h 454983"/>
              <a:gd name="connsiteX11" fmla="*/ 3033144 w 7199994"/>
              <a:gd name="connsiteY11" fmla="*/ 454983 h 454983"/>
              <a:gd name="connsiteX12" fmla="*/ 4166850 w 7199994"/>
              <a:gd name="connsiteY12" fmla="*/ 454983 h 454983"/>
              <a:gd name="connsiteX13" fmla="*/ 4775114 w 7199994"/>
              <a:gd name="connsiteY13" fmla="*/ 454983 h 454983"/>
              <a:gd name="connsiteX14" fmla="*/ 5003045 w 7199994"/>
              <a:gd name="connsiteY14" fmla="*/ 454983 h 454983"/>
              <a:gd name="connsiteX15" fmla="*/ 6745015 w 7199994"/>
              <a:gd name="connsiteY15" fmla="*/ 454983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199994" h="454983">
                <a:moveTo>
                  <a:pt x="7199994" y="0"/>
                </a:moveTo>
                <a:lnTo>
                  <a:pt x="5003045" y="0"/>
                </a:lnTo>
                <a:lnTo>
                  <a:pt x="4775114" y="0"/>
                </a:lnTo>
                <a:lnTo>
                  <a:pt x="4621829" y="0"/>
                </a:lnTo>
                <a:lnTo>
                  <a:pt x="2578165" y="0"/>
                </a:lnTo>
                <a:lnTo>
                  <a:pt x="2424880" y="0"/>
                </a:lnTo>
                <a:lnTo>
                  <a:pt x="2196949" y="0"/>
                </a:lnTo>
                <a:lnTo>
                  <a:pt x="0" y="0"/>
                </a:lnTo>
                <a:lnTo>
                  <a:pt x="454979" y="454983"/>
                </a:lnTo>
                <a:lnTo>
                  <a:pt x="2196949" y="454983"/>
                </a:lnTo>
                <a:lnTo>
                  <a:pt x="2424880" y="454983"/>
                </a:lnTo>
                <a:lnTo>
                  <a:pt x="3033144" y="454983"/>
                </a:lnTo>
                <a:lnTo>
                  <a:pt x="4166850" y="454983"/>
                </a:lnTo>
                <a:lnTo>
                  <a:pt x="4775114" y="454983"/>
                </a:lnTo>
                <a:lnTo>
                  <a:pt x="5003045" y="454983"/>
                </a:lnTo>
                <a:lnTo>
                  <a:pt x="6745015" y="454983"/>
                </a:lnTo>
                <a:close/>
              </a:path>
            </a:pathLst>
          </a:custGeom>
          <a:gradFill flip="none" rotWithShape="1">
            <a:gsLst>
              <a:gs pos="0">
                <a:schemeClr val="tx1">
                  <a:lumMod val="65000"/>
                  <a:lumOff val="35000"/>
                </a:schemeClr>
              </a:gs>
              <a:gs pos="6000">
                <a:schemeClr val="tx1">
                  <a:lumMod val="85000"/>
                  <a:lumOff val="1500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EFFA5C05-BF79-4526-87D6-8A1F3402307A}"/>
              </a:ext>
            </a:extLst>
          </p:cNvPr>
          <p:cNvSpPr/>
          <p:nvPr userDrawn="1"/>
        </p:nvSpPr>
        <p:spPr>
          <a:xfrm rot="10800000">
            <a:off x="5584647" y="5151365"/>
            <a:ext cx="5950408" cy="376019"/>
          </a:xfrm>
          <a:custGeom>
            <a:avLst/>
            <a:gdLst>
              <a:gd name="connsiteX0" fmla="*/ 6745015 w 7199994"/>
              <a:gd name="connsiteY0" fmla="*/ 454983 h 454983"/>
              <a:gd name="connsiteX1" fmla="*/ 5003045 w 7199994"/>
              <a:gd name="connsiteY1" fmla="*/ 454983 h 454983"/>
              <a:gd name="connsiteX2" fmla="*/ 4775114 w 7199994"/>
              <a:gd name="connsiteY2" fmla="*/ 454983 h 454983"/>
              <a:gd name="connsiteX3" fmla="*/ 4166850 w 7199994"/>
              <a:gd name="connsiteY3" fmla="*/ 454983 h 454983"/>
              <a:gd name="connsiteX4" fmla="*/ 3033144 w 7199994"/>
              <a:gd name="connsiteY4" fmla="*/ 454983 h 454983"/>
              <a:gd name="connsiteX5" fmla="*/ 2424880 w 7199994"/>
              <a:gd name="connsiteY5" fmla="*/ 454983 h 454983"/>
              <a:gd name="connsiteX6" fmla="*/ 2196949 w 7199994"/>
              <a:gd name="connsiteY6" fmla="*/ 454983 h 454983"/>
              <a:gd name="connsiteX7" fmla="*/ 454979 w 7199994"/>
              <a:gd name="connsiteY7" fmla="*/ 454983 h 454983"/>
              <a:gd name="connsiteX8" fmla="*/ 0 w 7199994"/>
              <a:gd name="connsiteY8" fmla="*/ 0 h 454983"/>
              <a:gd name="connsiteX9" fmla="*/ 2196949 w 7199994"/>
              <a:gd name="connsiteY9" fmla="*/ 0 h 454983"/>
              <a:gd name="connsiteX10" fmla="*/ 2424880 w 7199994"/>
              <a:gd name="connsiteY10" fmla="*/ 0 h 454983"/>
              <a:gd name="connsiteX11" fmla="*/ 2578165 w 7199994"/>
              <a:gd name="connsiteY11" fmla="*/ 0 h 454983"/>
              <a:gd name="connsiteX12" fmla="*/ 4621829 w 7199994"/>
              <a:gd name="connsiteY12" fmla="*/ 0 h 454983"/>
              <a:gd name="connsiteX13" fmla="*/ 4775114 w 7199994"/>
              <a:gd name="connsiteY13" fmla="*/ 0 h 454983"/>
              <a:gd name="connsiteX14" fmla="*/ 5003045 w 7199994"/>
              <a:gd name="connsiteY14" fmla="*/ 0 h 454983"/>
              <a:gd name="connsiteX15" fmla="*/ 7199994 w 7199994"/>
              <a:gd name="connsiteY15" fmla="*/ 0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199994" h="454983">
                <a:moveTo>
                  <a:pt x="6745015" y="454983"/>
                </a:moveTo>
                <a:lnTo>
                  <a:pt x="5003045" y="454983"/>
                </a:lnTo>
                <a:lnTo>
                  <a:pt x="4775114" y="454983"/>
                </a:lnTo>
                <a:lnTo>
                  <a:pt x="4166850" y="454983"/>
                </a:lnTo>
                <a:lnTo>
                  <a:pt x="3033144" y="454983"/>
                </a:lnTo>
                <a:lnTo>
                  <a:pt x="2424880" y="454983"/>
                </a:lnTo>
                <a:lnTo>
                  <a:pt x="2196949" y="454983"/>
                </a:lnTo>
                <a:lnTo>
                  <a:pt x="454979" y="454983"/>
                </a:lnTo>
                <a:lnTo>
                  <a:pt x="0" y="0"/>
                </a:lnTo>
                <a:lnTo>
                  <a:pt x="2196949" y="0"/>
                </a:lnTo>
                <a:lnTo>
                  <a:pt x="2424880" y="0"/>
                </a:lnTo>
                <a:lnTo>
                  <a:pt x="2578165" y="0"/>
                </a:lnTo>
                <a:lnTo>
                  <a:pt x="4621829" y="0"/>
                </a:lnTo>
                <a:lnTo>
                  <a:pt x="4775114" y="0"/>
                </a:lnTo>
                <a:lnTo>
                  <a:pt x="5003045" y="0"/>
                </a:lnTo>
                <a:lnTo>
                  <a:pt x="7199994" y="0"/>
                </a:lnTo>
                <a:close/>
              </a:path>
            </a:pathLst>
          </a:custGeom>
          <a:gradFill flip="none" rotWithShape="1">
            <a:gsLst>
              <a:gs pos="0">
                <a:schemeClr val="tx1">
                  <a:lumMod val="65000"/>
                  <a:lumOff val="35000"/>
                </a:schemeClr>
              </a:gs>
              <a:gs pos="6000">
                <a:schemeClr val="tx1">
                  <a:lumMod val="85000"/>
                  <a:lumOff val="1500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/>
          </a:p>
        </p:txBody>
      </p:sp>
      <p:sp>
        <p:nvSpPr>
          <p:cNvPr id="18" name="Rectangle: Rounded Corners 17" descr="Frame Shadow Front">
            <a:extLst>
              <a:ext uri="{FF2B5EF4-FFF2-40B4-BE49-F238E27FC236}">
                <a16:creationId xmlns:a16="http://schemas.microsoft.com/office/drawing/2014/main" id="{1A0412F4-FFF0-46D7-BBF1-88752E07861C}"/>
              </a:ext>
            </a:extLst>
          </p:cNvPr>
          <p:cNvSpPr/>
          <p:nvPr userDrawn="1"/>
        </p:nvSpPr>
        <p:spPr>
          <a:xfrm>
            <a:off x="4389825" y="5379590"/>
            <a:ext cx="8070273" cy="625491"/>
          </a:xfrm>
          <a:prstGeom prst="roundRect">
            <a:avLst>
              <a:gd name="adj" fmla="val 50000"/>
            </a:avLst>
          </a:prstGeom>
          <a:solidFill>
            <a:schemeClr val="tx1">
              <a:alpha val="16000"/>
            </a:schemeClr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A20881-CD61-4555-AF92-E876F80DA4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7364" y="1122363"/>
            <a:ext cx="45360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DD28E2-A3B9-4E6B-9F09-3C47ADEED9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7364" y="3592847"/>
            <a:ext cx="4536000" cy="1052955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3E277991-9763-4513-A8C9-C75BA1AB58E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05309" y="2169780"/>
            <a:ext cx="3709084" cy="2231406"/>
          </a:xfrm>
          <a:custGeom>
            <a:avLst/>
            <a:gdLst>
              <a:gd name="connsiteX0" fmla="*/ 0 w 3709084"/>
              <a:gd name="connsiteY0" fmla="*/ 0 h 2231406"/>
              <a:gd name="connsiteX1" fmla="*/ 3709084 w 3709084"/>
              <a:gd name="connsiteY1" fmla="*/ 0 h 2231406"/>
              <a:gd name="connsiteX2" fmla="*/ 3709084 w 3709084"/>
              <a:gd name="connsiteY2" fmla="*/ 2231406 h 2231406"/>
              <a:gd name="connsiteX3" fmla="*/ 0 w 3709084"/>
              <a:gd name="connsiteY3" fmla="*/ 2231406 h 22314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09084" h="2231406">
                <a:moveTo>
                  <a:pt x="0" y="0"/>
                </a:moveTo>
                <a:lnTo>
                  <a:pt x="3709084" y="0"/>
                </a:lnTo>
                <a:lnTo>
                  <a:pt x="3709084" y="2231406"/>
                </a:lnTo>
                <a:lnTo>
                  <a:pt x="0" y="2231406"/>
                </a:lnTo>
                <a:close/>
              </a:path>
            </a:pathLst>
          </a:custGeom>
          <a:solidFill>
            <a:schemeClr val="bg2"/>
          </a:solidFill>
          <a:ln w="190500">
            <a:solidFill>
              <a:schemeClr val="tx1"/>
            </a:solidFill>
            <a:miter lim="800000"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600" i="1"/>
            </a:lvl1pPr>
          </a:lstStyle>
          <a:p>
            <a:r>
              <a:rPr lang="en-US" noProof="0" dirty="0"/>
              <a:t>Drag &amp; Drop or Insert your Image</a:t>
            </a:r>
          </a:p>
        </p:txBody>
      </p:sp>
      <p:sp>
        <p:nvSpPr>
          <p:cNvPr id="29" name="Date Placeholder 28">
            <a:extLst>
              <a:ext uri="{FF2B5EF4-FFF2-40B4-BE49-F238E27FC236}">
                <a16:creationId xmlns:a16="http://schemas.microsoft.com/office/drawing/2014/main" id="{CE3CB57F-D4BB-4F17-8634-12F38B9B845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650807" y="5171569"/>
            <a:ext cx="4536000" cy="36000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0A3E590E-4EA1-4B3F-9946-5711365F7D78}" type="datetimeFigureOut">
              <a:rPr lang="en-US" smtClean="0"/>
              <a:pPr/>
              <a:t>7/14/2020</a:t>
            </a:fld>
            <a:endParaRPr lang="en-US" dirty="0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A3D4A02F-3674-43C6-965C-159CF18D4B1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0499" y="4728686"/>
            <a:ext cx="4536000" cy="360000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Name / School Name</a:t>
            </a:r>
          </a:p>
        </p:txBody>
      </p:sp>
    </p:spTree>
    <p:extLst>
      <p:ext uri="{BB962C8B-B14F-4D97-AF65-F5344CB8AC3E}">
        <p14:creationId xmlns:p14="http://schemas.microsoft.com/office/powerpoint/2010/main" val="37630761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ingle Image Tall - Dark">
    <p:bg>
      <p:bgPr>
        <a:gradFill>
          <a:gsLst>
            <a:gs pos="0">
              <a:schemeClr val="tx1">
                <a:lumMod val="85000"/>
                <a:lumOff val="15000"/>
              </a:schemeClr>
            </a:gs>
            <a:gs pos="28000">
              <a:schemeClr val="tx1">
                <a:lumMod val="95000"/>
                <a:lumOff val="5000"/>
              </a:schemeClr>
            </a:gs>
            <a:gs pos="100000">
              <a:schemeClr val="tx1">
                <a:lumMod val="85000"/>
                <a:lumOff val="15000"/>
              </a:schemeClr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 descr="Frame Shadow Back">
            <a:extLst>
              <a:ext uri="{FF2B5EF4-FFF2-40B4-BE49-F238E27FC236}">
                <a16:creationId xmlns:a16="http://schemas.microsoft.com/office/drawing/2014/main" id="{F4B231E9-D83F-4563-BC71-3D849DF84D1A}"/>
              </a:ext>
            </a:extLst>
          </p:cNvPr>
          <p:cNvGrpSpPr/>
          <p:nvPr userDrawn="1"/>
        </p:nvGrpSpPr>
        <p:grpSpPr>
          <a:xfrm>
            <a:off x="2398496" y="5465932"/>
            <a:ext cx="7395007" cy="887510"/>
            <a:chOff x="-184150" y="3740827"/>
            <a:chExt cx="13550900" cy="914402"/>
          </a:xfrm>
        </p:grpSpPr>
        <p:sp>
          <p:nvSpPr>
            <p:cNvPr id="4" name="Flowchart: Manual Operation 3">
              <a:extLst>
                <a:ext uri="{FF2B5EF4-FFF2-40B4-BE49-F238E27FC236}">
                  <a16:creationId xmlns:a16="http://schemas.microsoft.com/office/drawing/2014/main" id="{0BDD2BFB-A705-4B5F-9CE2-51F2188A6BA6}"/>
                </a:ext>
              </a:extLst>
            </p:cNvPr>
            <p:cNvSpPr/>
            <p:nvPr/>
          </p:nvSpPr>
          <p:spPr>
            <a:xfrm>
              <a:off x="-184150" y="3822700"/>
              <a:ext cx="13550900" cy="832529"/>
            </a:xfrm>
            <a:prstGeom prst="flowChartManualOperation">
              <a:avLst/>
            </a:prstGeom>
            <a:gradFill>
              <a:gsLst>
                <a:gs pos="0">
                  <a:schemeClr val="tx1">
                    <a:alpha val="0"/>
                  </a:schemeClr>
                </a:gs>
                <a:gs pos="100000">
                  <a:schemeClr val="tx1">
                    <a:alpha val="39000"/>
                  </a:schemeClr>
                </a:gs>
              </a:gsLst>
              <a:lin ang="5400000" scaled="1"/>
            </a:gra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5" name="Flowchart: Manual Operation 4">
              <a:extLst>
                <a:ext uri="{FF2B5EF4-FFF2-40B4-BE49-F238E27FC236}">
                  <a16:creationId xmlns:a16="http://schemas.microsoft.com/office/drawing/2014/main" id="{EEF9ED6C-5A53-4A7D-8E8C-347555A1CEC4}"/>
                </a:ext>
              </a:extLst>
            </p:cNvPr>
            <p:cNvSpPr/>
            <p:nvPr/>
          </p:nvSpPr>
          <p:spPr>
            <a:xfrm>
              <a:off x="-184150" y="3740828"/>
              <a:ext cx="13550900" cy="832529"/>
            </a:xfrm>
            <a:prstGeom prst="flowChartManualOperation">
              <a:avLst/>
            </a:prstGeom>
            <a:gradFill>
              <a:gsLst>
                <a:gs pos="65000">
                  <a:schemeClr val="tx1">
                    <a:alpha val="0"/>
                  </a:schemeClr>
                </a:gs>
                <a:gs pos="100000">
                  <a:schemeClr val="tx1">
                    <a:alpha val="39000"/>
                  </a:schemeClr>
                </a:gs>
              </a:gsLst>
              <a:lin ang="54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6" name="Rectangle: Rounded Corners 5" descr="Frame Shadow Front">
            <a:extLst>
              <a:ext uri="{FF2B5EF4-FFF2-40B4-BE49-F238E27FC236}">
                <a16:creationId xmlns:a16="http://schemas.microsoft.com/office/drawing/2014/main" id="{FCE9A042-9C1B-4B1B-AC75-4172A402BCF2}"/>
              </a:ext>
            </a:extLst>
          </p:cNvPr>
          <p:cNvSpPr/>
          <p:nvPr userDrawn="1"/>
        </p:nvSpPr>
        <p:spPr>
          <a:xfrm>
            <a:off x="2944098" y="6097636"/>
            <a:ext cx="6099893" cy="756844"/>
          </a:xfrm>
          <a:prstGeom prst="roundRect">
            <a:avLst>
              <a:gd name="adj" fmla="val 50000"/>
            </a:avLst>
          </a:prstGeom>
          <a:solidFill>
            <a:schemeClr val="tx1">
              <a:alpha val="16000"/>
            </a:schemeClr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A3716F-6EC3-40B6-8593-794A006D021F}"/>
              </a:ext>
            </a:extLst>
          </p:cNvPr>
          <p:cNvSpPr>
            <a:spLocks/>
          </p:cNvSpPr>
          <p:nvPr userDrawn="1"/>
        </p:nvSpPr>
        <p:spPr>
          <a:xfrm rot="16200000" flipH="1">
            <a:off x="3511524" y="1441191"/>
            <a:ext cx="5198387" cy="371077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innerShdw blurRad="127000" dist="50800" dir="9180000">
              <a:prstClr val="black">
                <a:alpha val="6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07FD02-5AF8-44AD-869B-2C514F970FA5}"/>
              </a:ext>
            </a:extLst>
          </p:cNvPr>
          <p:cNvSpPr>
            <a:spLocks/>
          </p:cNvSpPr>
          <p:nvPr userDrawn="1"/>
        </p:nvSpPr>
        <p:spPr>
          <a:xfrm rot="16200000" flipH="1">
            <a:off x="5178336" y="3109136"/>
            <a:ext cx="5950408" cy="37487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FD93DC3-56A6-4B78-A74B-07BEE0FD30E1}"/>
              </a:ext>
            </a:extLst>
          </p:cNvPr>
          <p:cNvSpPr>
            <a:spLocks/>
          </p:cNvSpPr>
          <p:nvPr userDrawn="1"/>
        </p:nvSpPr>
        <p:spPr>
          <a:xfrm rot="16200000" flipH="1">
            <a:off x="1090403" y="3109136"/>
            <a:ext cx="5950408" cy="37487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FF66799-0FA2-4BAD-9104-B2C3D09BA489}"/>
              </a:ext>
            </a:extLst>
          </p:cNvPr>
          <p:cNvSpPr/>
          <p:nvPr userDrawn="1"/>
        </p:nvSpPr>
        <p:spPr>
          <a:xfrm flipV="1">
            <a:off x="3878169" y="5895760"/>
            <a:ext cx="4462811" cy="376019"/>
          </a:xfrm>
          <a:custGeom>
            <a:avLst/>
            <a:gdLst>
              <a:gd name="connsiteX0" fmla="*/ 5400001 w 5400001"/>
              <a:gd name="connsiteY0" fmla="*/ 0 h 454983"/>
              <a:gd name="connsiteX1" fmla="*/ 4945018 w 5400001"/>
              <a:gd name="connsiteY1" fmla="*/ 454983 h 454983"/>
              <a:gd name="connsiteX2" fmla="*/ 4221873 w 5400001"/>
              <a:gd name="connsiteY2" fmla="*/ 454983 h 454983"/>
              <a:gd name="connsiteX3" fmla="*/ 3148030 w 5400001"/>
              <a:gd name="connsiteY3" fmla="*/ 454983 h 454983"/>
              <a:gd name="connsiteX4" fmla="*/ 2975116 w 5400001"/>
              <a:gd name="connsiteY4" fmla="*/ 454983 h 454983"/>
              <a:gd name="connsiteX5" fmla="*/ 2424886 w 5400001"/>
              <a:gd name="connsiteY5" fmla="*/ 454983 h 454983"/>
              <a:gd name="connsiteX6" fmla="*/ 2251971 w 5400001"/>
              <a:gd name="connsiteY6" fmla="*/ 454983 h 454983"/>
              <a:gd name="connsiteX7" fmla="*/ 1178128 w 5400001"/>
              <a:gd name="connsiteY7" fmla="*/ 454983 h 454983"/>
              <a:gd name="connsiteX8" fmla="*/ 454983 w 5400001"/>
              <a:gd name="connsiteY8" fmla="*/ 454983 h 454983"/>
              <a:gd name="connsiteX9" fmla="*/ 0 w 5400001"/>
              <a:gd name="connsiteY9" fmla="*/ 0 h 454983"/>
              <a:gd name="connsiteX10" fmla="*/ 1178128 w 5400001"/>
              <a:gd name="connsiteY10" fmla="*/ 0 h 454983"/>
              <a:gd name="connsiteX11" fmla="*/ 1796988 w 5400001"/>
              <a:gd name="connsiteY11" fmla="*/ 0 h 454983"/>
              <a:gd name="connsiteX12" fmla="*/ 2424886 w 5400001"/>
              <a:gd name="connsiteY12" fmla="*/ 0 h 454983"/>
              <a:gd name="connsiteX13" fmla="*/ 2975116 w 5400001"/>
              <a:gd name="connsiteY13" fmla="*/ 0 h 454983"/>
              <a:gd name="connsiteX14" fmla="*/ 3603013 w 5400001"/>
              <a:gd name="connsiteY14" fmla="*/ 0 h 454983"/>
              <a:gd name="connsiteX15" fmla="*/ 4221873 w 5400001"/>
              <a:gd name="connsiteY15" fmla="*/ 0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400001" h="454983">
                <a:moveTo>
                  <a:pt x="5400001" y="0"/>
                </a:moveTo>
                <a:lnTo>
                  <a:pt x="4945018" y="454983"/>
                </a:lnTo>
                <a:lnTo>
                  <a:pt x="4221873" y="454983"/>
                </a:lnTo>
                <a:lnTo>
                  <a:pt x="3148030" y="454983"/>
                </a:lnTo>
                <a:lnTo>
                  <a:pt x="2975116" y="454983"/>
                </a:lnTo>
                <a:lnTo>
                  <a:pt x="2424886" y="454983"/>
                </a:lnTo>
                <a:lnTo>
                  <a:pt x="2251971" y="454983"/>
                </a:lnTo>
                <a:lnTo>
                  <a:pt x="1178128" y="454983"/>
                </a:lnTo>
                <a:lnTo>
                  <a:pt x="454983" y="454983"/>
                </a:lnTo>
                <a:lnTo>
                  <a:pt x="0" y="0"/>
                </a:lnTo>
                <a:lnTo>
                  <a:pt x="1178128" y="0"/>
                </a:lnTo>
                <a:lnTo>
                  <a:pt x="1796988" y="0"/>
                </a:lnTo>
                <a:lnTo>
                  <a:pt x="2424886" y="0"/>
                </a:lnTo>
                <a:lnTo>
                  <a:pt x="2975116" y="0"/>
                </a:lnTo>
                <a:lnTo>
                  <a:pt x="3603013" y="0"/>
                </a:lnTo>
                <a:lnTo>
                  <a:pt x="4221873" y="0"/>
                </a:lnTo>
                <a:close/>
              </a:path>
            </a:pathLst>
          </a:custGeom>
          <a:gradFill flip="none" rotWithShape="1">
            <a:gsLst>
              <a:gs pos="0">
                <a:schemeClr val="tx1">
                  <a:lumMod val="65000"/>
                  <a:lumOff val="35000"/>
                </a:schemeClr>
              </a:gs>
              <a:gs pos="6000">
                <a:schemeClr val="tx1">
                  <a:lumMod val="85000"/>
                  <a:lumOff val="1500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FDEB99B-6E02-4ED0-B6D5-24BAE0756A63}"/>
              </a:ext>
            </a:extLst>
          </p:cNvPr>
          <p:cNvSpPr/>
          <p:nvPr userDrawn="1"/>
        </p:nvSpPr>
        <p:spPr>
          <a:xfrm flipH="1">
            <a:off x="3878167" y="321371"/>
            <a:ext cx="4462811" cy="376019"/>
          </a:xfrm>
          <a:custGeom>
            <a:avLst/>
            <a:gdLst>
              <a:gd name="connsiteX0" fmla="*/ 0 w 5400001"/>
              <a:gd name="connsiteY0" fmla="*/ 0 h 454983"/>
              <a:gd name="connsiteX1" fmla="*/ 1178128 w 5400001"/>
              <a:gd name="connsiteY1" fmla="*/ 0 h 454983"/>
              <a:gd name="connsiteX2" fmla="*/ 1796988 w 5400001"/>
              <a:gd name="connsiteY2" fmla="*/ 0 h 454983"/>
              <a:gd name="connsiteX3" fmla="*/ 2424886 w 5400001"/>
              <a:gd name="connsiteY3" fmla="*/ 0 h 454983"/>
              <a:gd name="connsiteX4" fmla="*/ 2975116 w 5400001"/>
              <a:gd name="connsiteY4" fmla="*/ 0 h 454983"/>
              <a:gd name="connsiteX5" fmla="*/ 3603013 w 5400001"/>
              <a:gd name="connsiteY5" fmla="*/ 0 h 454983"/>
              <a:gd name="connsiteX6" fmla="*/ 4221874 w 5400001"/>
              <a:gd name="connsiteY6" fmla="*/ 0 h 454983"/>
              <a:gd name="connsiteX7" fmla="*/ 5400001 w 5400001"/>
              <a:gd name="connsiteY7" fmla="*/ 0 h 454983"/>
              <a:gd name="connsiteX8" fmla="*/ 4945018 w 5400001"/>
              <a:gd name="connsiteY8" fmla="*/ 454983 h 454983"/>
              <a:gd name="connsiteX9" fmla="*/ 4221874 w 5400001"/>
              <a:gd name="connsiteY9" fmla="*/ 454983 h 454983"/>
              <a:gd name="connsiteX10" fmla="*/ 3148030 w 5400001"/>
              <a:gd name="connsiteY10" fmla="*/ 454983 h 454983"/>
              <a:gd name="connsiteX11" fmla="*/ 2975116 w 5400001"/>
              <a:gd name="connsiteY11" fmla="*/ 454983 h 454983"/>
              <a:gd name="connsiteX12" fmla="*/ 2424886 w 5400001"/>
              <a:gd name="connsiteY12" fmla="*/ 454983 h 454983"/>
              <a:gd name="connsiteX13" fmla="*/ 2251971 w 5400001"/>
              <a:gd name="connsiteY13" fmla="*/ 454983 h 454983"/>
              <a:gd name="connsiteX14" fmla="*/ 1178128 w 5400001"/>
              <a:gd name="connsiteY14" fmla="*/ 454983 h 454983"/>
              <a:gd name="connsiteX15" fmla="*/ 454983 w 5400001"/>
              <a:gd name="connsiteY15" fmla="*/ 454983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400001" h="454983">
                <a:moveTo>
                  <a:pt x="0" y="0"/>
                </a:moveTo>
                <a:lnTo>
                  <a:pt x="1178128" y="0"/>
                </a:lnTo>
                <a:lnTo>
                  <a:pt x="1796988" y="0"/>
                </a:lnTo>
                <a:lnTo>
                  <a:pt x="2424886" y="0"/>
                </a:lnTo>
                <a:lnTo>
                  <a:pt x="2975116" y="0"/>
                </a:lnTo>
                <a:lnTo>
                  <a:pt x="3603013" y="0"/>
                </a:lnTo>
                <a:lnTo>
                  <a:pt x="4221874" y="0"/>
                </a:lnTo>
                <a:lnTo>
                  <a:pt x="5400001" y="0"/>
                </a:lnTo>
                <a:lnTo>
                  <a:pt x="4945018" y="454983"/>
                </a:lnTo>
                <a:lnTo>
                  <a:pt x="4221874" y="454983"/>
                </a:lnTo>
                <a:lnTo>
                  <a:pt x="3148030" y="454983"/>
                </a:lnTo>
                <a:lnTo>
                  <a:pt x="2975116" y="454983"/>
                </a:lnTo>
                <a:lnTo>
                  <a:pt x="2424886" y="454983"/>
                </a:lnTo>
                <a:lnTo>
                  <a:pt x="2251971" y="454983"/>
                </a:lnTo>
                <a:lnTo>
                  <a:pt x="1178128" y="454983"/>
                </a:lnTo>
                <a:lnTo>
                  <a:pt x="454983" y="454983"/>
                </a:lnTo>
                <a:close/>
              </a:path>
            </a:pathLst>
          </a:custGeom>
          <a:gradFill flip="none" rotWithShape="1">
            <a:gsLst>
              <a:gs pos="0">
                <a:schemeClr val="tx1">
                  <a:lumMod val="65000"/>
                  <a:lumOff val="35000"/>
                </a:schemeClr>
              </a:gs>
              <a:gs pos="6000">
                <a:schemeClr val="tx1">
                  <a:lumMod val="85000"/>
                  <a:lumOff val="1500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716009F-16D0-4766-9192-055D6806E4F6}"/>
              </a:ext>
            </a:extLst>
          </p:cNvPr>
          <p:cNvSpPr/>
          <p:nvPr userDrawn="1"/>
        </p:nvSpPr>
        <p:spPr>
          <a:xfrm rot="16200000" flipH="1" flipV="1">
            <a:off x="5177764" y="3108565"/>
            <a:ext cx="5950408" cy="376019"/>
          </a:xfrm>
          <a:custGeom>
            <a:avLst/>
            <a:gdLst>
              <a:gd name="connsiteX0" fmla="*/ 7199994 w 7199994"/>
              <a:gd name="connsiteY0" fmla="*/ 0 h 454983"/>
              <a:gd name="connsiteX1" fmla="*/ 5003045 w 7199994"/>
              <a:gd name="connsiteY1" fmla="*/ 0 h 454983"/>
              <a:gd name="connsiteX2" fmla="*/ 4775114 w 7199994"/>
              <a:gd name="connsiteY2" fmla="*/ 0 h 454983"/>
              <a:gd name="connsiteX3" fmla="*/ 4621829 w 7199994"/>
              <a:gd name="connsiteY3" fmla="*/ 0 h 454983"/>
              <a:gd name="connsiteX4" fmla="*/ 2578165 w 7199994"/>
              <a:gd name="connsiteY4" fmla="*/ 0 h 454983"/>
              <a:gd name="connsiteX5" fmla="*/ 2424880 w 7199994"/>
              <a:gd name="connsiteY5" fmla="*/ 0 h 454983"/>
              <a:gd name="connsiteX6" fmla="*/ 2196949 w 7199994"/>
              <a:gd name="connsiteY6" fmla="*/ 0 h 454983"/>
              <a:gd name="connsiteX7" fmla="*/ 0 w 7199994"/>
              <a:gd name="connsiteY7" fmla="*/ 0 h 454983"/>
              <a:gd name="connsiteX8" fmla="*/ 454979 w 7199994"/>
              <a:gd name="connsiteY8" fmla="*/ 454983 h 454983"/>
              <a:gd name="connsiteX9" fmla="*/ 2196949 w 7199994"/>
              <a:gd name="connsiteY9" fmla="*/ 454983 h 454983"/>
              <a:gd name="connsiteX10" fmla="*/ 2424880 w 7199994"/>
              <a:gd name="connsiteY10" fmla="*/ 454983 h 454983"/>
              <a:gd name="connsiteX11" fmla="*/ 3033144 w 7199994"/>
              <a:gd name="connsiteY11" fmla="*/ 454983 h 454983"/>
              <a:gd name="connsiteX12" fmla="*/ 4166850 w 7199994"/>
              <a:gd name="connsiteY12" fmla="*/ 454983 h 454983"/>
              <a:gd name="connsiteX13" fmla="*/ 4775114 w 7199994"/>
              <a:gd name="connsiteY13" fmla="*/ 454983 h 454983"/>
              <a:gd name="connsiteX14" fmla="*/ 5003045 w 7199994"/>
              <a:gd name="connsiteY14" fmla="*/ 454983 h 454983"/>
              <a:gd name="connsiteX15" fmla="*/ 6745015 w 7199994"/>
              <a:gd name="connsiteY15" fmla="*/ 454983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199994" h="454983">
                <a:moveTo>
                  <a:pt x="7199994" y="0"/>
                </a:moveTo>
                <a:lnTo>
                  <a:pt x="5003045" y="0"/>
                </a:lnTo>
                <a:lnTo>
                  <a:pt x="4775114" y="0"/>
                </a:lnTo>
                <a:lnTo>
                  <a:pt x="4621829" y="0"/>
                </a:lnTo>
                <a:lnTo>
                  <a:pt x="2578165" y="0"/>
                </a:lnTo>
                <a:lnTo>
                  <a:pt x="2424880" y="0"/>
                </a:lnTo>
                <a:lnTo>
                  <a:pt x="2196949" y="0"/>
                </a:lnTo>
                <a:lnTo>
                  <a:pt x="0" y="0"/>
                </a:lnTo>
                <a:lnTo>
                  <a:pt x="454979" y="454983"/>
                </a:lnTo>
                <a:lnTo>
                  <a:pt x="2196949" y="454983"/>
                </a:lnTo>
                <a:lnTo>
                  <a:pt x="2424880" y="454983"/>
                </a:lnTo>
                <a:lnTo>
                  <a:pt x="3033144" y="454983"/>
                </a:lnTo>
                <a:lnTo>
                  <a:pt x="4166850" y="454983"/>
                </a:lnTo>
                <a:lnTo>
                  <a:pt x="4775114" y="454983"/>
                </a:lnTo>
                <a:lnTo>
                  <a:pt x="5003045" y="454983"/>
                </a:lnTo>
                <a:lnTo>
                  <a:pt x="6745015" y="454983"/>
                </a:lnTo>
                <a:close/>
              </a:path>
            </a:pathLst>
          </a:custGeom>
          <a:gradFill flip="none" rotWithShape="1">
            <a:gsLst>
              <a:gs pos="0">
                <a:schemeClr val="tx1">
                  <a:lumMod val="65000"/>
                  <a:lumOff val="35000"/>
                </a:schemeClr>
              </a:gs>
              <a:gs pos="6000">
                <a:schemeClr val="tx1">
                  <a:lumMod val="85000"/>
                  <a:lumOff val="1500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C398024-49EB-4BE9-8255-0F6D7F854262}"/>
              </a:ext>
            </a:extLst>
          </p:cNvPr>
          <p:cNvSpPr/>
          <p:nvPr userDrawn="1"/>
        </p:nvSpPr>
        <p:spPr>
          <a:xfrm rot="16200000" flipH="1">
            <a:off x="1090974" y="3108564"/>
            <a:ext cx="5950408" cy="376019"/>
          </a:xfrm>
          <a:custGeom>
            <a:avLst/>
            <a:gdLst>
              <a:gd name="connsiteX0" fmla="*/ 6745015 w 7199994"/>
              <a:gd name="connsiteY0" fmla="*/ 454983 h 454983"/>
              <a:gd name="connsiteX1" fmla="*/ 5003045 w 7199994"/>
              <a:gd name="connsiteY1" fmla="*/ 454983 h 454983"/>
              <a:gd name="connsiteX2" fmla="*/ 4775114 w 7199994"/>
              <a:gd name="connsiteY2" fmla="*/ 454983 h 454983"/>
              <a:gd name="connsiteX3" fmla="*/ 4166850 w 7199994"/>
              <a:gd name="connsiteY3" fmla="*/ 454983 h 454983"/>
              <a:gd name="connsiteX4" fmla="*/ 3033144 w 7199994"/>
              <a:gd name="connsiteY4" fmla="*/ 454983 h 454983"/>
              <a:gd name="connsiteX5" fmla="*/ 2424880 w 7199994"/>
              <a:gd name="connsiteY5" fmla="*/ 454983 h 454983"/>
              <a:gd name="connsiteX6" fmla="*/ 2196949 w 7199994"/>
              <a:gd name="connsiteY6" fmla="*/ 454983 h 454983"/>
              <a:gd name="connsiteX7" fmla="*/ 454979 w 7199994"/>
              <a:gd name="connsiteY7" fmla="*/ 454983 h 454983"/>
              <a:gd name="connsiteX8" fmla="*/ 0 w 7199994"/>
              <a:gd name="connsiteY8" fmla="*/ 0 h 454983"/>
              <a:gd name="connsiteX9" fmla="*/ 2196949 w 7199994"/>
              <a:gd name="connsiteY9" fmla="*/ 0 h 454983"/>
              <a:gd name="connsiteX10" fmla="*/ 2424880 w 7199994"/>
              <a:gd name="connsiteY10" fmla="*/ 0 h 454983"/>
              <a:gd name="connsiteX11" fmla="*/ 2578165 w 7199994"/>
              <a:gd name="connsiteY11" fmla="*/ 0 h 454983"/>
              <a:gd name="connsiteX12" fmla="*/ 4621829 w 7199994"/>
              <a:gd name="connsiteY12" fmla="*/ 0 h 454983"/>
              <a:gd name="connsiteX13" fmla="*/ 4775114 w 7199994"/>
              <a:gd name="connsiteY13" fmla="*/ 0 h 454983"/>
              <a:gd name="connsiteX14" fmla="*/ 5003045 w 7199994"/>
              <a:gd name="connsiteY14" fmla="*/ 0 h 454983"/>
              <a:gd name="connsiteX15" fmla="*/ 7199994 w 7199994"/>
              <a:gd name="connsiteY15" fmla="*/ 0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199994" h="454983">
                <a:moveTo>
                  <a:pt x="6745015" y="454983"/>
                </a:moveTo>
                <a:lnTo>
                  <a:pt x="5003045" y="454983"/>
                </a:lnTo>
                <a:lnTo>
                  <a:pt x="4775114" y="454983"/>
                </a:lnTo>
                <a:lnTo>
                  <a:pt x="4166850" y="454983"/>
                </a:lnTo>
                <a:lnTo>
                  <a:pt x="3033144" y="454983"/>
                </a:lnTo>
                <a:lnTo>
                  <a:pt x="2424880" y="454983"/>
                </a:lnTo>
                <a:lnTo>
                  <a:pt x="2196949" y="454983"/>
                </a:lnTo>
                <a:lnTo>
                  <a:pt x="454979" y="454983"/>
                </a:lnTo>
                <a:lnTo>
                  <a:pt x="0" y="0"/>
                </a:lnTo>
                <a:lnTo>
                  <a:pt x="2196949" y="0"/>
                </a:lnTo>
                <a:lnTo>
                  <a:pt x="2424880" y="0"/>
                </a:lnTo>
                <a:lnTo>
                  <a:pt x="2578165" y="0"/>
                </a:lnTo>
                <a:lnTo>
                  <a:pt x="4621829" y="0"/>
                </a:lnTo>
                <a:lnTo>
                  <a:pt x="4775114" y="0"/>
                </a:lnTo>
                <a:lnTo>
                  <a:pt x="5003045" y="0"/>
                </a:lnTo>
                <a:lnTo>
                  <a:pt x="7199994" y="0"/>
                </a:lnTo>
                <a:close/>
              </a:path>
            </a:pathLst>
          </a:custGeom>
          <a:gradFill flip="none" rotWithShape="1">
            <a:gsLst>
              <a:gs pos="0">
                <a:schemeClr val="tx1">
                  <a:lumMod val="65000"/>
                  <a:lumOff val="35000"/>
                </a:schemeClr>
              </a:gs>
              <a:gs pos="6000">
                <a:schemeClr val="tx1">
                  <a:lumMod val="85000"/>
                  <a:lumOff val="1500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noProof="0" dirty="0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0105CF2A-ABA4-45D7-A69F-957F4DAF87C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004367" y="1442032"/>
            <a:ext cx="2231407" cy="3709084"/>
          </a:xfrm>
          <a:custGeom>
            <a:avLst/>
            <a:gdLst>
              <a:gd name="connsiteX0" fmla="*/ 0 w 2231407"/>
              <a:gd name="connsiteY0" fmla="*/ 0 h 3709084"/>
              <a:gd name="connsiteX1" fmla="*/ 2231407 w 2231407"/>
              <a:gd name="connsiteY1" fmla="*/ 0 h 3709084"/>
              <a:gd name="connsiteX2" fmla="*/ 2231407 w 2231407"/>
              <a:gd name="connsiteY2" fmla="*/ 3709084 h 3709084"/>
              <a:gd name="connsiteX3" fmla="*/ 0 w 2231407"/>
              <a:gd name="connsiteY3" fmla="*/ 3709084 h 3709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31407" h="3709084">
                <a:moveTo>
                  <a:pt x="0" y="0"/>
                </a:moveTo>
                <a:lnTo>
                  <a:pt x="2231407" y="0"/>
                </a:lnTo>
                <a:lnTo>
                  <a:pt x="2231407" y="3709084"/>
                </a:lnTo>
                <a:lnTo>
                  <a:pt x="0" y="3709084"/>
                </a:lnTo>
                <a:close/>
              </a:path>
            </a:pathLst>
          </a:custGeom>
          <a:solidFill>
            <a:schemeClr val="bg2"/>
          </a:solidFill>
          <a:ln w="190500">
            <a:solidFill>
              <a:schemeClr val="tx1"/>
            </a:solidFill>
            <a:miter lim="800000"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600" i="1"/>
            </a:lvl1pPr>
          </a:lstStyle>
          <a:p>
            <a:r>
              <a:rPr lang="en-US" noProof="0" dirty="0"/>
              <a:t>Drag &amp; Drop or Insert your Image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A1D6E32B-E47F-4C80-968C-6DCCE30A7C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05585" y="795700"/>
            <a:ext cx="2029566" cy="1406947"/>
          </a:xfrm>
        </p:spPr>
        <p:txBody>
          <a:bodyPr anchor="t">
            <a:normAutofit/>
          </a:bodyPr>
          <a:lstStyle>
            <a:lvl1pPr marL="0" indent="0" algn="r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Caption / Credits </a:t>
            </a: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DFCE118F-8EE7-4483-AB35-C2AFD3035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07149"/>
          </a:xfrm>
        </p:spPr>
        <p:txBody>
          <a:bodyPr>
            <a:normAutofit/>
          </a:bodyPr>
          <a:lstStyle>
            <a:lvl1pPr>
              <a:defRPr sz="21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19914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ingle Image Wide - Dark">
    <p:bg>
      <p:bgPr>
        <a:gradFill>
          <a:gsLst>
            <a:gs pos="0">
              <a:schemeClr val="tx1">
                <a:lumMod val="85000"/>
                <a:lumOff val="15000"/>
              </a:schemeClr>
            </a:gs>
            <a:gs pos="28000">
              <a:schemeClr val="tx1">
                <a:lumMod val="95000"/>
                <a:lumOff val="5000"/>
              </a:schemeClr>
            </a:gs>
            <a:gs pos="100000">
              <a:schemeClr val="tx1">
                <a:lumMod val="85000"/>
                <a:lumOff val="15000"/>
              </a:schemeClr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 descr="Frame Shadow Back">
            <a:extLst>
              <a:ext uri="{FF2B5EF4-FFF2-40B4-BE49-F238E27FC236}">
                <a16:creationId xmlns:a16="http://schemas.microsoft.com/office/drawing/2014/main" id="{1370A865-1825-4EB5-BAD9-B7BF6A65BB6F}"/>
              </a:ext>
            </a:extLst>
          </p:cNvPr>
          <p:cNvGrpSpPr/>
          <p:nvPr userDrawn="1"/>
        </p:nvGrpSpPr>
        <p:grpSpPr>
          <a:xfrm>
            <a:off x="453920" y="5318467"/>
            <a:ext cx="11838317" cy="887509"/>
            <a:chOff x="-184150" y="3740828"/>
            <a:chExt cx="13550900" cy="914401"/>
          </a:xfrm>
        </p:grpSpPr>
        <p:sp>
          <p:nvSpPr>
            <p:cNvPr id="23" name="Flowchart: Manual Operation 22">
              <a:extLst>
                <a:ext uri="{FF2B5EF4-FFF2-40B4-BE49-F238E27FC236}">
                  <a16:creationId xmlns:a16="http://schemas.microsoft.com/office/drawing/2014/main" id="{3C737E46-53D0-4AFD-B1DE-550717049609}"/>
                </a:ext>
              </a:extLst>
            </p:cNvPr>
            <p:cNvSpPr/>
            <p:nvPr/>
          </p:nvSpPr>
          <p:spPr>
            <a:xfrm>
              <a:off x="-184150" y="3822700"/>
              <a:ext cx="13550900" cy="832529"/>
            </a:xfrm>
            <a:prstGeom prst="flowChartManualOperation">
              <a:avLst/>
            </a:prstGeom>
            <a:gradFill>
              <a:gsLst>
                <a:gs pos="0">
                  <a:schemeClr val="tx1">
                    <a:alpha val="0"/>
                  </a:schemeClr>
                </a:gs>
                <a:gs pos="100000">
                  <a:schemeClr val="tx1">
                    <a:alpha val="39000"/>
                  </a:schemeClr>
                </a:gs>
              </a:gsLst>
              <a:lin ang="5400000" scaled="1"/>
            </a:gra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5" name="Flowchart: Manual Operation 24">
              <a:extLst>
                <a:ext uri="{FF2B5EF4-FFF2-40B4-BE49-F238E27FC236}">
                  <a16:creationId xmlns:a16="http://schemas.microsoft.com/office/drawing/2014/main" id="{31A97FA5-B7C1-4A63-9DFD-0A32DF8B001B}"/>
                </a:ext>
              </a:extLst>
            </p:cNvPr>
            <p:cNvSpPr/>
            <p:nvPr/>
          </p:nvSpPr>
          <p:spPr>
            <a:xfrm>
              <a:off x="-184150" y="3740828"/>
              <a:ext cx="13550900" cy="832529"/>
            </a:xfrm>
            <a:prstGeom prst="flowChartManualOperation">
              <a:avLst/>
            </a:prstGeom>
            <a:gradFill>
              <a:gsLst>
                <a:gs pos="65000">
                  <a:schemeClr val="tx1">
                    <a:alpha val="0"/>
                  </a:schemeClr>
                </a:gs>
                <a:gs pos="100000">
                  <a:schemeClr val="tx1">
                    <a:alpha val="39000"/>
                  </a:schemeClr>
                </a:gs>
              </a:gsLst>
              <a:lin ang="54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DF0E140A-516F-4CA5-88ED-9BB3022984B8}"/>
              </a:ext>
            </a:extLst>
          </p:cNvPr>
          <p:cNvSpPr>
            <a:spLocks/>
          </p:cNvSpPr>
          <p:nvPr userDrawn="1"/>
        </p:nvSpPr>
        <p:spPr>
          <a:xfrm rot="10800000">
            <a:off x="3228054" y="1182601"/>
            <a:ext cx="6290049" cy="449003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innerShdw blurRad="127000" dist="50800" dir="9180000">
              <a:prstClr val="black">
                <a:alpha val="6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noProof="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8C22C93-59DF-4FB1-BD0B-CDEBB9DBAD7C}"/>
              </a:ext>
            </a:extLst>
          </p:cNvPr>
          <p:cNvSpPr>
            <a:spLocks/>
          </p:cNvSpPr>
          <p:nvPr userDrawn="1"/>
        </p:nvSpPr>
        <p:spPr>
          <a:xfrm rot="10800000">
            <a:off x="2773083" y="729000"/>
            <a:ext cx="7199994" cy="4536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7883787-89B6-4895-86A4-C45B57BD0B91}"/>
              </a:ext>
            </a:extLst>
          </p:cNvPr>
          <p:cNvSpPr>
            <a:spLocks/>
          </p:cNvSpPr>
          <p:nvPr userDrawn="1"/>
        </p:nvSpPr>
        <p:spPr>
          <a:xfrm rot="10800000">
            <a:off x="2773083" y="5675400"/>
            <a:ext cx="7199994" cy="4536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75D11119-742D-4F5E-A42E-AB6104CAC6D0}"/>
              </a:ext>
            </a:extLst>
          </p:cNvPr>
          <p:cNvSpPr/>
          <p:nvPr userDrawn="1"/>
        </p:nvSpPr>
        <p:spPr>
          <a:xfrm rot="5400000" flipH="1" flipV="1">
            <a:off x="300574" y="3201509"/>
            <a:ext cx="5400001" cy="454983"/>
          </a:xfrm>
          <a:custGeom>
            <a:avLst/>
            <a:gdLst>
              <a:gd name="connsiteX0" fmla="*/ 5400001 w 5400001"/>
              <a:gd name="connsiteY0" fmla="*/ 0 h 454983"/>
              <a:gd name="connsiteX1" fmla="*/ 4945018 w 5400001"/>
              <a:gd name="connsiteY1" fmla="*/ 454983 h 454983"/>
              <a:gd name="connsiteX2" fmla="*/ 4221873 w 5400001"/>
              <a:gd name="connsiteY2" fmla="*/ 454983 h 454983"/>
              <a:gd name="connsiteX3" fmla="*/ 3148030 w 5400001"/>
              <a:gd name="connsiteY3" fmla="*/ 454983 h 454983"/>
              <a:gd name="connsiteX4" fmla="*/ 2975116 w 5400001"/>
              <a:gd name="connsiteY4" fmla="*/ 454983 h 454983"/>
              <a:gd name="connsiteX5" fmla="*/ 2424886 w 5400001"/>
              <a:gd name="connsiteY5" fmla="*/ 454983 h 454983"/>
              <a:gd name="connsiteX6" fmla="*/ 2251971 w 5400001"/>
              <a:gd name="connsiteY6" fmla="*/ 454983 h 454983"/>
              <a:gd name="connsiteX7" fmla="*/ 1178128 w 5400001"/>
              <a:gd name="connsiteY7" fmla="*/ 454983 h 454983"/>
              <a:gd name="connsiteX8" fmla="*/ 454983 w 5400001"/>
              <a:gd name="connsiteY8" fmla="*/ 454983 h 454983"/>
              <a:gd name="connsiteX9" fmla="*/ 0 w 5400001"/>
              <a:gd name="connsiteY9" fmla="*/ 0 h 454983"/>
              <a:gd name="connsiteX10" fmla="*/ 1178128 w 5400001"/>
              <a:gd name="connsiteY10" fmla="*/ 0 h 454983"/>
              <a:gd name="connsiteX11" fmla="*/ 1796988 w 5400001"/>
              <a:gd name="connsiteY11" fmla="*/ 0 h 454983"/>
              <a:gd name="connsiteX12" fmla="*/ 2424886 w 5400001"/>
              <a:gd name="connsiteY12" fmla="*/ 0 h 454983"/>
              <a:gd name="connsiteX13" fmla="*/ 2975116 w 5400001"/>
              <a:gd name="connsiteY13" fmla="*/ 0 h 454983"/>
              <a:gd name="connsiteX14" fmla="*/ 3603013 w 5400001"/>
              <a:gd name="connsiteY14" fmla="*/ 0 h 454983"/>
              <a:gd name="connsiteX15" fmla="*/ 4221873 w 5400001"/>
              <a:gd name="connsiteY15" fmla="*/ 0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400001" h="454983">
                <a:moveTo>
                  <a:pt x="5400001" y="0"/>
                </a:moveTo>
                <a:lnTo>
                  <a:pt x="4945018" y="454983"/>
                </a:lnTo>
                <a:lnTo>
                  <a:pt x="4221873" y="454983"/>
                </a:lnTo>
                <a:lnTo>
                  <a:pt x="3148030" y="454983"/>
                </a:lnTo>
                <a:lnTo>
                  <a:pt x="2975116" y="454983"/>
                </a:lnTo>
                <a:lnTo>
                  <a:pt x="2424886" y="454983"/>
                </a:lnTo>
                <a:lnTo>
                  <a:pt x="2251971" y="454983"/>
                </a:lnTo>
                <a:lnTo>
                  <a:pt x="1178128" y="454983"/>
                </a:lnTo>
                <a:lnTo>
                  <a:pt x="454983" y="454983"/>
                </a:lnTo>
                <a:lnTo>
                  <a:pt x="0" y="0"/>
                </a:lnTo>
                <a:lnTo>
                  <a:pt x="1178128" y="0"/>
                </a:lnTo>
                <a:lnTo>
                  <a:pt x="1796988" y="0"/>
                </a:lnTo>
                <a:lnTo>
                  <a:pt x="2424886" y="0"/>
                </a:lnTo>
                <a:lnTo>
                  <a:pt x="2975116" y="0"/>
                </a:lnTo>
                <a:lnTo>
                  <a:pt x="3603013" y="0"/>
                </a:lnTo>
                <a:lnTo>
                  <a:pt x="4221873" y="0"/>
                </a:lnTo>
                <a:close/>
              </a:path>
            </a:pathLst>
          </a:custGeom>
          <a:gradFill flip="none" rotWithShape="1">
            <a:gsLst>
              <a:gs pos="0">
                <a:schemeClr val="tx1">
                  <a:lumMod val="65000"/>
                  <a:lumOff val="35000"/>
                </a:schemeClr>
              </a:gs>
              <a:gs pos="6000">
                <a:schemeClr val="tx1">
                  <a:lumMod val="85000"/>
                  <a:lumOff val="1500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BE44002-944A-471D-B590-493B7690889E}"/>
              </a:ext>
            </a:extLst>
          </p:cNvPr>
          <p:cNvSpPr/>
          <p:nvPr userDrawn="1"/>
        </p:nvSpPr>
        <p:spPr>
          <a:xfrm rot="5400000">
            <a:off x="7045585" y="3201509"/>
            <a:ext cx="5400001" cy="454983"/>
          </a:xfrm>
          <a:custGeom>
            <a:avLst/>
            <a:gdLst>
              <a:gd name="connsiteX0" fmla="*/ 0 w 5400001"/>
              <a:gd name="connsiteY0" fmla="*/ 0 h 454983"/>
              <a:gd name="connsiteX1" fmla="*/ 1178128 w 5400001"/>
              <a:gd name="connsiteY1" fmla="*/ 0 h 454983"/>
              <a:gd name="connsiteX2" fmla="*/ 1796988 w 5400001"/>
              <a:gd name="connsiteY2" fmla="*/ 0 h 454983"/>
              <a:gd name="connsiteX3" fmla="*/ 2424886 w 5400001"/>
              <a:gd name="connsiteY3" fmla="*/ 0 h 454983"/>
              <a:gd name="connsiteX4" fmla="*/ 2975116 w 5400001"/>
              <a:gd name="connsiteY4" fmla="*/ 0 h 454983"/>
              <a:gd name="connsiteX5" fmla="*/ 3603013 w 5400001"/>
              <a:gd name="connsiteY5" fmla="*/ 0 h 454983"/>
              <a:gd name="connsiteX6" fmla="*/ 4221874 w 5400001"/>
              <a:gd name="connsiteY6" fmla="*/ 0 h 454983"/>
              <a:gd name="connsiteX7" fmla="*/ 5400001 w 5400001"/>
              <a:gd name="connsiteY7" fmla="*/ 0 h 454983"/>
              <a:gd name="connsiteX8" fmla="*/ 4945018 w 5400001"/>
              <a:gd name="connsiteY8" fmla="*/ 454983 h 454983"/>
              <a:gd name="connsiteX9" fmla="*/ 4221874 w 5400001"/>
              <a:gd name="connsiteY9" fmla="*/ 454983 h 454983"/>
              <a:gd name="connsiteX10" fmla="*/ 3148030 w 5400001"/>
              <a:gd name="connsiteY10" fmla="*/ 454983 h 454983"/>
              <a:gd name="connsiteX11" fmla="*/ 2975116 w 5400001"/>
              <a:gd name="connsiteY11" fmla="*/ 454983 h 454983"/>
              <a:gd name="connsiteX12" fmla="*/ 2424886 w 5400001"/>
              <a:gd name="connsiteY12" fmla="*/ 454983 h 454983"/>
              <a:gd name="connsiteX13" fmla="*/ 2251971 w 5400001"/>
              <a:gd name="connsiteY13" fmla="*/ 454983 h 454983"/>
              <a:gd name="connsiteX14" fmla="*/ 1178128 w 5400001"/>
              <a:gd name="connsiteY14" fmla="*/ 454983 h 454983"/>
              <a:gd name="connsiteX15" fmla="*/ 454983 w 5400001"/>
              <a:gd name="connsiteY15" fmla="*/ 454983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400001" h="454983">
                <a:moveTo>
                  <a:pt x="0" y="0"/>
                </a:moveTo>
                <a:lnTo>
                  <a:pt x="1178128" y="0"/>
                </a:lnTo>
                <a:lnTo>
                  <a:pt x="1796988" y="0"/>
                </a:lnTo>
                <a:lnTo>
                  <a:pt x="2424886" y="0"/>
                </a:lnTo>
                <a:lnTo>
                  <a:pt x="2975116" y="0"/>
                </a:lnTo>
                <a:lnTo>
                  <a:pt x="3603013" y="0"/>
                </a:lnTo>
                <a:lnTo>
                  <a:pt x="4221874" y="0"/>
                </a:lnTo>
                <a:lnTo>
                  <a:pt x="5400001" y="0"/>
                </a:lnTo>
                <a:lnTo>
                  <a:pt x="4945018" y="454983"/>
                </a:lnTo>
                <a:lnTo>
                  <a:pt x="4221874" y="454983"/>
                </a:lnTo>
                <a:lnTo>
                  <a:pt x="3148030" y="454983"/>
                </a:lnTo>
                <a:lnTo>
                  <a:pt x="2975116" y="454983"/>
                </a:lnTo>
                <a:lnTo>
                  <a:pt x="2424886" y="454983"/>
                </a:lnTo>
                <a:lnTo>
                  <a:pt x="2251971" y="454983"/>
                </a:lnTo>
                <a:lnTo>
                  <a:pt x="1178128" y="454983"/>
                </a:lnTo>
                <a:lnTo>
                  <a:pt x="454983" y="454983"/>
                </a:lnTo>
                <a:close/>
              </a:path>
            </a:pathLst>
          </a:custGeom>
          <a:gradFill flip="none" rotWithShape="1">
            <a:gsLst>
              <a:gs pos="0">
                <a:schemeClr val="tx1">
                  <a:lumMod val="65000"/>
                  <a:lumOff val="35000"/>
                </a:schemeClr>
              </a:gs>
              <a:gs pos="6000">
                <a:schemeClr val="tx1">
                  <a:lumMod val="85000"/>
                  <a:lumOff val="1500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9FCD47D1-AEA6-4D74-AEE2-456D52615CCB}"/>
              </a:ext>
            </a:extLst>
          </p:cNvPr>
          <p:cNvSpPr/>
          <p:nvPr userDrawn="1"/>
        </p:nvSpPr>
        <p:spPr>
          <a:xfrm rot="10800000" flipV="1">
            <a:off x="2773083" y="729001"/>
            <a:ext cx="7199994" cy="454983"/>
          </a:xfrm>
          <a:custGeom>
            <a:avLst/>
            <a:gdLst>
              <a:gd name="connsiteX0" fmla="*/ 7199994 w 7199994"/>
              <a:gd name="connsiteY0" fmla="*/ 0 h 454983"/>
              <a:gd name="connsiteX1" fmla="*/ 5003045 w 7199994"/>
              <a:gd name="connsiteY1" fmla="*/ 0 h 454983"/>
              <a:gd name="connsiteX2" fmla="*/ 4775114 w 7199994"/>
              <a:gd name="connsiteY2" fmla="*/ 0 h 454983"/>
              <a:gd name="connsiteX3" fmla="*/ 4621829 w 7199994"/>
              <a:gd name="connsiteY3" fmla="*/ 0 h 454983"/>
              <a:gd name="connsiteX4" fmla="*/ 2578165 w 7199994"/>
              <a:gd name="connsiteY4" fmla="*/ 0 h 454983"/>
              <a:gd name="connsiteX5" fmla="*/ 2424880 w 7199994"/>
              <a:gd name="connsiteY5" fmla="*/ 0 h 454983"/>
              <a:gd name="connsiteX6" fmla="*/ 2196949 w 7199994"/>
              <a:gd name="connsiteY6" fmla="*/ 0 h 454983"/>
              <a:gd name="connsiteX7" fmla="*/ 0 w 7199994"/>
              <a:gd name="connsiteY7" fmla="*/ 0 h 454983"/>
              <a:gd name="connsiteX8" fmla="*/ 454979 w 7199994"/>
              <a:gd name="connsiteY8" fmla="*/ 454983 h 454983"/>
              <a:gd name="connsiteX9" fmla="*/ 2196949 w 7199994"/>
              <a:gd name="connsiteY9" fmla="*/ 454983 h 454983"/>
              <a:gd name="connsiteX10" fmla="*/ 2424880 w 7199994"/>
              <a:gd name="connsiteY10" fmla="*/ 454983 h 454983"/>
              <a:gd name="connsiteX11" fmla="*/ 3033144 w 7199994"/>
              <a:gd name="connsiteY11" fmla="*/ 454983 h 454983"/>
              <a:gd name="connsiteX12" fmla="*/ 4166850 w 7199994"/>
              <a:gd name="connsiteY12" fmla="*/ 454983 h 454983"/>
              <a:gd name="connsiteX13" fmla="*/ 4775114 w 7199994"/>
              <a:gd name="connsiteY13" fmla="*/ 454983 h 454983"/>
              <a:gd name="connsiteX14" fmla="*/ 5003045 w 7199994"/>
              <a:gd name="connsiteY14" fmla="*/ 454983 h 454983"/>
              <a:gd name="connsiteX15" fmla="*/ 6745015 w 7199994"/>
              <a:gd name="connsiteY15" fmla="*/ 454983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199994" h="454983">
                <a:moveTo>
                  <a:pt x="7199994" y="0"/>
                </a:moveTo>
                <a:lnTo>
                  <a:pt x="5003045" y="0"/>
                </a:lnTo>
                <a:lnTo>
                  <a:pt x="4775114" y="0"/>
                </a:lnTo>
                <a:lnTo>
                  <a:pt x="4621829" y="0"/>
                </a:lnTo>
                <a:lnTo>
                  <a:pt x="2578165" y="0"/>
                </a:lnTo>
                <a:lnTo>
                  <a:pt x="2424880" y="0"/>
                </a:lnTo>
                <a:lnTo>
                  <a:pt x="2196949" y="0"/>
                </a:lnTo>
                <a:lnTo>
                  <a:pt x="0" y="0"/>
                </a:lnTo>
                <a:lnTo>
                  <a:pt x="454979" y="454983"/>
                </a:lnTo>
                <a:lnTo>
                  <a:pt x="2196949" y="454983"/>
                </a:lnTo>
                <a:lnTo>
                  <a:pt x="2424880" y="454983"/>
                </a:lnTo>
                <a:lnTo>
                  <a:pt x="3033144" y="454983"/>
                </a:lnTo>
                <a:lnTo>
                  <a:pt x="4166850" y="454983"/>
                </a:lnTo>
                <a:lnTo>
                  <a:pt x="4775114" y="454983"/>
                </a:lnTo>
                <a:lnTo>
                  <a:pt x="5003045" y="454983"/>
                </a:lnTo>
                <a:lnTo>
                  <a:pt x="6745015" y="454983"/>
                </a:lnTo>
                <a:close/>
              </a:path>
            </a:pathLst>
          </a:custGeom>
          <a:gradFill flip="none" rotWithShape="1">
            <a:gsLst>
              <a:gs pos="0">
                <a:schemeClr val="tx1">
                  <a:lumMod val="65000"/>
                  <a:lumOff val="35000"/>
                </a:schemeClr>
              </a:gs>
              <a:gs pos="6000">
                <a:schemeClr val="tx1">
                  <a:lumMod val="85000"/>
                  <a:lumOff val="1500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5ECF369B-D5BA-448E-87FF-37481AE2EA5E}"/>
              </a:ext>
            </a:extLst>
          </p:cNvPr>
          <p:cNvSpPr/>
          <p:nvPr userDrawn="1"/>
        </p:nvSpPr>
        <p:spPr>
          <a:xfrm rot="10800000">
            <a:off x="2773083" y="5674017"/>
            <a:ext cx="7199994" cy="454983"/>
          </a:xfrm>
          <a:custGeom>
            <a:avLst/>
            <a:gdLst>
              <a:gd name="connsiteX0" fmla="*/ 6745015 w 7199994"/>
              <a:gd name="connsiteY0" fmla="*/ 454983 h 454983"/>
              <a:gd name="connsiteX1" fmla="*/ 5003045 w 7199994"/>
              <a:gd name="connsiteY1" fmla="*/ 454983 h 454983"/>
              <a:gd name="connsiteX2" fmla="*/ 4775114 w 7199994"/>
              <a:gd name="connsiteY2" fmla="*/ 454983 h 454983"/>
              <a:gd name="connsiteX3" fmla="*/ 4166850 w 7199994"/>
              <a:gd name="connsiteY3" fmla="*/ 454983 h 454983"/>
              <a:gd name="connsiteX4" fmla="*/ 3033144 w 7199994"/>
              <a:gd name="connsiteY4" fmla="*/ 454983 h 454983"/>
              <a:gd name="connsiteX5" fmla="*/ 2424880 w 7199994"/>
              <a:gd name="connsiteY5" fmla="*/ 454983 h 454983"/>
              <a:gd name="connsiteX6" fmla="*/ 2196949 w 7199994"/>
              <a:gd name="connsiteY6" fmla="*/ 454983 h 454983"/>
              <a:gd name="connsiteX7" fmla="*/ 454979 w 7199994"/>
              <a:gd name="connsiteY7" fmla="*/ 454983 h 454983"/>
              <a:gd name="connsiteX8" fmla="*/ 0 w 7199994"/>
              <a:gd name="connsiteY8" fmla="*/ 0 h 454983"/>
              <a:gd name="connsiteX9" fmla="*/ 2196949 w 7199994"/>
              <a:gd name="connsiteY9" fmla="*/ 0 h 454983"/>
              <a:gd name="connsiteX10" fmla="*/ 2424880 w 7199994"/>
              <a:gd name="connsiteY10" fmla="*/ 0 h 454983"/>
              <a:gd name="connsiteX11" fmla="*/ 2578165 w 7199994"/>
              <a:gd name="connsiteY11" fmla="*/ 0 h 454983"/>
              <a:gd name="connsiteX12" fmla="*/ 4621829 w 7199994"/>
              <a:gd name="connsiteY12" fmla="*/ 0 h 454983"/>
              <a:gd name="connsiteX13" fmla="*/ 4775114 w 7199994"/>
              <a:gd name="connsiteY13" fmla="*/ 0 h 454983"/>
              <a:gd name="connsiteX14" fmla="*/ 5003045 w 7199994"/>
              <a:gd name="connsiteY14" fmla="*/ 0 h 454983"/>
              <a:gd name="connsiteX15" fmla="*/ 7199994 w 7199994"/>
              <a:gd name="connsiteY15" fmla="*/ 0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199994" h="454983">
                <a:moveTo>
                  <a:pt x="6745015" y="454983"/>
                </a:moveTo>
                <a:lnTo>
                  <a:pt x="5003045" y="454983"/>
                </a:lnTo>
                <a:lnTo>
                  <a:pt x="4775114" y="454983"/>
                </a:lnTo>
                <a:lnTo>
                  <a:pt x="4166850" y="454983"/>
                </a:lnTo>
                <a:lnTo>
                  <a:pt x="3033144" y="454983"/>
                </a:lnTo>
                <a:lnTo>
                  <a:pt x="2424880" y="454983"/>
                </a:lnTo>
                <a:lnTo>
                  <a:pt x="2196949" y="454983"/>
                </a:lnTo>
                <a:lnTo>
                  <a:pt x="454979" y="454983"/>
                </a:lnTo>
                <a:lnTo>
                  <a:pt x="0" y="0"/>
                </a:lnTo>
                <a:lnTo>
                  <a:pt x="2196949" y="0"/>
                </a:lnTo>
                <a:lnTo>
                  <a:pt x="2424880" y="0"/>
                </a:lnTo>
                <a:lnTo>
                  <a:pt x="2578165" y="0"/>
                </a:lnTo>
                <a:lnTo>
                  <a:pt x="4621829" y="0"/>
                </a:lnTo>
                <a:lnTo>
                  <a:pt x="4775114" y="0"/>
                </a:lnTo>
                <a:lnTo>
                  <a:pt x="5003045" y="0"/>
                </a:lnTo>
                <a:lnTo>
                  <a:pt x="7199994" y="0"/>
                </a:lnTo>
                <a:close/>
              </a:path>
            </a:pathLst>
          </a:custGeom>
          <a:gradFill flip="none" rotWithShape="1">
            <a:gsLst>
              <a:gs pos="0">
                <a:schemeClr val="tx1">
                  <a:lumMod val="65000"/>
                  <a:lumOff val="35000"/>
                </a:schemeClr>
              </a:gs>
              <a:gs pos="6000">
                <a:schemeClr val="tx1">
                  <a:lumMod val="85000"/>
                  <a:lumOff val="1500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/>
          </a:p>
        </p:txBody>
      </p:sp>
      <p:sp>
        <p:nvSpPr>
          <p:cNvPr id="34" name="Rectangle: Rounded Corners 33" descr="Frame Shadow Front">
            <a:extLst>
              <a:ext uri="{FF2B5EF4-FFF2-40B4-BE49-F238E27FC236}">
                <a16:creationId xmlns:a16="http://schemas.microsoft.com/office/drawing/2014/main" id="{84920F4E-8EC7-4769-896F-89EAD8207D4F}"/>
              </a:ext>
            </a:extLst>
          </p:cNvPr>
          <p:cNvSpPr/>
          <p:nvPr userDrawn="1"/>
        </p:nvSpPr>
        <p:spPr>
          <a:xfrm>
            <a:off x="1327349" y="5950170"/>
            <a:ext cx="9765030" cy="756844"/>
          </a:xfrm>
          <a:prstGeom prst="roundRect">
            <a:avLst>
              <a:gd name="adj" fmla="val 50000"/>
            </a:avLst>
          </a:prstGeom>
          <a:solidFill>
            <a:schemeClr val="tx1">
              <a:alpha val="16000"/>
            </a:schemeClr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BAD2D318-BFEE-4612-AED6-480A167D1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6800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CE6828A2-5B7A-4F4C-B64E-9EAE39FF46E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129084" y="2066299"/>
            <a:ext cx="4487992" cy="2700002"/>
          </a:xfrm>
          <a:custGeom>
            <a:avLst/>
            <a:gdLst>
              <a:gd name="connsiteX0" fmla="*/ 0 w 4487992"/>
              <a:gd name="connsiteY0" fmla="*/ 0 h 2700002"/>
              <a:gd name="connsiteX1" fmla="*/ 4487992 w 4487992"/>
              <a:gd name="connsiteY1" fmla="*/ 0 h 2700002"/>
              <a:gd name="connsiteX2" fmla="*/ 4487992 w 4487992"/>
              <a:gd name="connsiteY2" fmla="*/ 2700002 h 2700002"/>
              <a:gd name="connsiteX3" fmla="*/ 0 w 4487992"/>
              <a:gd name="connsiteY3" fmla="*/ 2700002 h 2700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87992" h="2700002">
                <a:moveTo>
                  <a:pt x="0" y="0"/>
                </a:moveTo>
                <a:lnTo>
                  <a:pt x="4487992" y="0"/>
                </a:lnTo>
                <a:lnTo>
                  <a:pt x="4487992" y="2700002"/>
                </a:lnTo>
                <a:lnTo>
                  <a:pt x="0" y="2700002"/>
                </a:lnTo>
                <a:close/>
              </a:path>
            </a:pathLst>
          </a:custGeom>
          <a:solidFill>
            <a:schemeClr val="bg2"/>
          </a:solidFill>
          <a:ln w="190500">
            <a:solidFill>
              <a:schemeClr val="tx1"/>
            </a:solidFill>
            <a:miter lim="800000"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600" i="1"/>
            </a:lvl1pPr>
          </a:lstStyle>
          <a:p>
            <a:r>
              <a:rPr lang="en-US" noProof="0" dirty="0"/>
              <a:t>Drag &amp; Drop or Insert your Image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0FF609-7CC7-49DF-AB73-8A95AB582E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4331" y="728999"/>
            <a:ext cx="2029566" cy="1406947"/>
          </a:xfrm>
        </p:spPr>
        <p:txBody>
          <a:bodyPr anchor="t">
            <a:normAutofit/>
          </a:bodyPr>
          <a:lstStyle>
            <a:lvl1pPr marL="0" indent="0" algn="r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Caption / Credits </a:t>
            </a:r>
          </a:p>
        </p:txBody>
      </p:sp>
    </p:spTree>
    <p:extLst>
      <p:ext uri="{BB962C8B-B14F-4D97-AF65-F5344CB8AC3E}">
        <p14:creationId xmlns:p14="http://schemas.microsoft.com/office/powerpoint/2010/main" val="6020484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X Images Option 1 - Dark">
    <p:bg>
      <p:bgPr>
        <a:gradFill>
          <a:gsLst>
            <a:gs pos="0">
              <a:schemeClr val="tx1">
                <a:lumMod val="85000"/>
                <a:lumOff val="15000"/>
              </a:schemeClr>
            </a:gs>
            <a:gs pos="28000">
              <a:schemeClr val="tx1">
                <a:lumMod val="95000"/>
                <a:lumOff val="5000"/>
              </a:schemeClr>
            </a:gs>
            <a:gs pos="100000">
              <a:schemeClr val="tx1">
                <a:lumMod val="85000"/>
                <a:lumOff val="15000"/>
              </a:schemeClr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E66AF765-AE4F-4691-8E10-B2C02FFC574D}"/>
              </a:ext>
            </a:extLst>
          </p:cNvPr>
          <p:cNvGrpSpPr/>
          <p:nvPr userDrawn="1"/>
        </p:nvGrpSpPr>
        <p:grpSpPr>
          <a:xfrm>
            <a:off x="-437324" y="459403"/>
            <a:ext cx="6722734" cy="5483705"/>
            <a:chOff x="2398496" y="321369"/>
            <a:chExt cx="7395005" cy="6032074"/>
          </a:xfrm>
          <a:scene3d>
            <a:camera prst="perspectiveContrastingRightFacing"/>
            <a:lightRig rig="threePt" dir="t"/>
          </a:scene3d>
        </p:grpSpPr>
        <p:grpSp>
          <p:nvGrpSpPr>
            <p:cNvPr id="33" name="Group 32" descr="Frame Shadow Back">
              <a:extLst>
                <a:ext uri="{FF2B5EF4-FFF2-40B4-BE49-F238E27FC236}">
                  <a16:creationId xmlns:a16="http://schemas.microsoft.com/office/drawing/2014/main" id="{132BEBE5-CDAC-431A-8A08-A5FCEBD78921}"/>
                </a:ext>
              </a:extLst>
            </p:cNvPr>
            <p:cNvGrpSpPr/>
            <p:nvPr/>
          </p:nvGrpSpPr>
          <p:grpSpPr>
            <a:xfrm>
              <a:off x="2398496" y="5465933"/>
              <a:ext cx="7395005" cy="887510"/>
              <a:chOff x="-184150" y="3740828"/>
              <a:chExt cx="13550900" cy="914401"/>
            </a:xfrm>
          </p:grpSpPr>
          <p:sp>
            <p:nvSpPr>
              <p:cNvPr id="50" name="Flowchart: Manual Operation 49">
                <a:extLst>
                  <a:ext uri="{FF2B5EF4-FFF2-40B4-BE49-F238E27FC236}">
                    <a16:creationId xmlns:a16="http://schemas.microsoft.com/office/drawing/2014/main" id="{E4134685-BF4E-45A6-A112-F7373A0DBE89}"/>
                  </a:ext>
                </a:extLst>
              </p:cNvPr>
              <p:cNvSpPr/>
              <p:nvPr/>
            </p:nvSpPr>
            <p:spPr>
              <a:xfrm>
                <a:off x="-184150" y="3822700"/>
                <a:ext cx="13550900" cy="832529"/>
              </a:xfrm>
              <a:prstGeom prst="flowChartManualOperation">
                <a:avLst/>
              </a:prstGeom>
              <a:gradFill>
                <a:gsLst>
                  <a:gs pos="0">
                    <a:schemeClr val="tx1">
                      <a:alpha val="0"/>
                    </a:schemeClr>
                  </a:gs>
                  <a:gs pos="100000">
                    <a:schemeClr val="tx1">
                      <a:alpha val="39000"/>
                    </a:schemeClr>
                  </a:gs>
                </a:gsLst>
                <a:lin ang="5400000" scaled="1"/>
              </a:gradFill>
              <a:ln>
                <a:noFill/>
              </a:ln>
              <a:effectLst>
                <a:softEdge rad="127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51" name="Flowchart: Manual Operation 50">
                <a:extLst>
                  <a:ext uri="{FF2B5EF4-FFF2-40B4-BE49-F238E27FC236}">
                    <a16:creationId xmlns:a16="http://schemas.microsoft.com/office/drawing/2014/main" id="{D1EFAC39-D60F-4F84-B6F2-DA8E94BE6358}"/>
                  </a:ext>
                </a:extLst>
              </p:cNvPr>
              <p:cNvSpPr/>
              <p:nvPr/>
            </p:nvSpPr>
            <p:spPr>
              <a:xfrm>
                <a:off x="-184150" y="3740828"/>
                <a:ext cx="13550900" cy="832529"/>
              </a:xfrm>
              <a:prstGeom prst="flowChartManualOperation">
                <a:avLst/>
              </a:prstGeom>
              <a:gradFill>
                <a:gsLst>
                  <a:gs pos="65000">
                    <a:schemeClr val="tx1">
                      <a:alpha val="0"/>
                    </a:schemeClr>
                  </a:gs>
                  <a:gs pos="100000">
                    <a:schemeClr val="tx1">
                      <a:alpha val="39000"/>
                    </a:schemeClr>
                  </a:gs>
                </a:gsLst>
                <a:lin ang="5400000" scaled="1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DA9C90E3-9DEF-4C68-9D96-C2EA01ED062B}"/>
                </a:ext>
              </a:extLst>
            </p:cNvPr>
            <p:cNvSpPr>
              <a:spLocks/>
            </p:cNvSpPr>
            <p:nvPr/>
          </p:nvSpPr>
          <p:spPr>
            <a:xfrm rot="16200000" flipH="1">
              <a:off x="3511523" y="1441191"/>
              <a:ext cx="5198386" cy="371076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  <a:effectLst>
              <a:innerShdw blurRad="127000" dist="50800" dir="9180000">
                <a:prstClr val="black">
                  <a:alpha val="6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CD60DFF3-1B0E-49CE-B877-162680187EAB}"/>
                </a:ext>
              </a:extLst>
            </p:cNvPr>
            <p:cNvSpPr>
              <a:spLocks/>
            </p:cNvSpPr>
            <p:nvPr/>
          </p:nvSpPr>
          <p:spPr>
            <a:xfrm rot="16200000" flipH="1">
              <a:off x="5178335" y="3109136"/>
              <a:ext cx="5950408" cy="37487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637D9B6D-42A1-482B-AEF4-EB321FB9530A}"/>
                </a:ext>
              </a:extLst>
            </p:cNvPr>
            <p:cNvSpPr>
              <a:spLocks/>
            </p:cNvSpPr>
            <p:nvPr/>
          </p:nvSpPr>
          <p:spPr>
            <a:xfrm rot="16200000" flipH="1">
              <a:off x="1090403" y="3109136"/>
              <a:ext cx="5950408" cy="37487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F1BD97AF-A8BC-4FEC-838F-4A2D0CD82E8A}"/>
                </a:ext>
              </a:extLst>
            </p:cNvPr>
            <p:cNvSpPr/>
            <p:nvPr userDrawn="1"/>
          </p:nvSpPr>
          <p:spPr>
            <a:xfrm flipV="1">
              <a:off x="3878168" y="5895760"/>
              <a:ext cx="4462810" cy="376020"/>
            </a:xfrm>
            <a:custGeom>
              <a:avLst/>
              <a:gdLst>
                <a:gd name="connsiteX0" fmla="*/ 5400001 w 5400001"/>
                <a:gd name="connsiteY0" fmla="*/ 0 h 454983"/>
                <a:gd name="connsiteX1" fmla="*/ 4945018 w 5400001"/>
                <a:gd name="connsiteY1" fmla="*/ 454983 h 454983"/>
                <a:gd name="connsiteX2" fmla="*/ 4221873 w 5400001"/>
                <a:gd name="connsiteY2" fmla="*/ 454983 h 454983"/>
                <a:gd name="connsiteX3" fmla="*/ 3148030 w 5400001"/>
                <a:gd name="connsiteY3" fmla="*/ 454983 h 454983"/>
                <a:gd name="connsiteX4" fmla="*/ 2975116 w 5400001"/>
                <a:gd name="connsiteY4" fmla="*/ 454983 h 454983"/>
                <a:gd name="connsiteX5" fmla="*/ 2424886 w 5400001"/>
                <a:gd name="connsiteY5" fmla="*/ 454983 h 454983"/>
                <a:gd name="connsiteX6" fmla="*/ 2251971 w 5400001"/>
                <a:gd name="connsiteY6" fmla="*/ 454983 h 454983"/>
                <a:gd name="connsiteX7" fmla="*/ 1178128 w 5400001"/>
                <a:gd name="connsiteY7" fmla="*/ 454983 h 454983"/>
                <a:gd name="connsiteX8" fmla="*/ 454983 w 5400001"/>
                <a:gd name="connsiteY8" fmla="*/ 454983 h 454983"/>
                <a:gd name="connsiteX9" fmla="*/ 0 w 5400001"/>
                <a:gd name="connsiteY9" fmla="*/ 0 h 454983"/>
                <a:gd name="connsiteX10" fmla="*/ 1178128 w 5400001"/>
                <a:gd name="connsiteY10" fmla="*/ 0 h 454983"/>
                <a:gd name="connsiteX11" fmla="*/ 1796988 w 5400001"/>
                <a:gd name="connsiteY11" fmla="*/ 0 h 454983"/>
                <a:gd name="connsiteX12" fmla="*/ 2424886 w 5400001"/>
                <a:gd name="connsiteY12" fmla="*/ 0 h 454983"/>
                <a:gd name="connsiteX13" fmla="*/ 2975116 w 5400001"/>
                <a:gd name="connsiteY13" fmla="*/ 0 h 454983"/>
                <a:gd name="connsiteX14" fmla="*/ 3603013 w 5400001"/>
                <a:gd name="connsiteY14" fmla="*/ 0 h 454983"/>
                <a:gd name="connsiteX15" fmla="*/ 4221873 w 5400001"/>
                <a:gd name="connsiteY15" fmla="*/ 0 h 45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400001" h="454983">
                  <a:moveTo>
                    <a:pt x="5400001" y="0"/>
                  </a:moveTo>
                  <a:lnTo>
                    <a:pt x="4945018" y="454983"/>
                  </a:lnTo>
                  <a:lnTo>
                    <a:pt x="4221873" y="454983"/>
                  </a:lnTo>
                  <a:lnTo>
                    <a:pt x="3148030" y="454983"/>
                  </a:lnTo>
                  <a:lnTo>
                    <a:pt x="2975116" y="454983"/>
                  </a:lnTo>
                  <a:lnTo>
                    <a:pt x="2424886" y="454983"/>
                  </a:lnTo>
                  <a:lnTo>
                    <a:pt x="2251971" y="454983"/>
                  </a:lnTo>
                  <a:lnTo>
                    <a:pt x="1178128" y="454983"/>
                  </a:lnTo>
                  <a:lnTo>
                    <a:pt x="454983" y="454983"/>
                  </a:lnTo>
                  <a:lnTo>
                    <a:pt x="0" y="0"/>
                  </a:lnTo>
                  <a:lnTo>
                    <a:pt x="1178128" y="0"/>
                  </a:lnTo>
                  <a:lnTo>
                    <a:pt x="1796988" y="0"/>
                  </a:lnTo>
                  <a:lnTo>
                    <a:pt x="2424886" y="0"/>
                  </a:lnTo>
                  <a:lnTo>
                    <a:pt x="2975116" y="0"/>
                  </a:lnTo>
                  <a:lnTo>
                    <a:pt x="3603013" y="0"/>
                  </a:lnTo>
                  <a:lnTo>
                    <a:pt x="4221873" y="0"/>
                  </a:lnTo>
                  <a:close/>
                </a:path>
              </a:pathLst>
            </a:custGeom>
            <a:gradFill>
              <a:gsLst>
                <a:gs pos="0">
                  <a:schemeClr val="tx1">
                    <a:lumMod val="85000"/>
                    <a:lumOff val="15000"/>
                  </a:schemeClr>
                </a:gs>
                <a:gs pos="28000">
                  <a:schemeClr val="tx1">
                    <a:lumMod val="95000"/>
                    <a:lumOff val="5000"/>
                  </a:schemeClr>
                </a:gs>
                <a:gs pos="100000">
                  <a:schemeClr val="tx1">
                    <a:lumMod val="85000"/>
                    <a:lumOff val="15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2EAD2845-5E15-4CDB-8B8B-F3B6ED301CB6}"/>
                </a:ext>
              </a:extLst>
            </p:cNvPr>
            <p:cNvSpPr/>
            <p:nvPr userDrawn="1"/>
          </p:nvSpPr>
          <p:spPr>
            <a:xfrm flipH="1">
              <a:off x="3878167" y="321371"/>
              <a:ext cx="4462810" cy="376020"/>
            </a:xfrm>
            <a:custGeom>
              <a:avLst/>
              <a:gdLst>
                <a:gd name="connsiteX0" fmla="*/ 0 w 5400001"/>
                <a:gd name="connsiteY0" fmla="*/ 0 h 454983"/>
                <a:gd name="connsiteX1" fmla="*/ 1178128 w 5400001"/>
                <a:gd name="connsiteY1" fmla="*/ 0 h 454983"/>
                <a:gd name="connsiteX2" fmla="*/ 1796988 w 5400001"/>
                <a:gd name="connsiteY2" fmla="*/ 0 h 454983"/>
                <a:gd name="connsiteX3" fmla="*/ 2424886 w 5400001"/>
                <a:gd name="connsiteY3" fmla="*/ 0 h 454983"/>
                <a:gd name="connsiteX4" fmla="*/ 2975116 w 5400001"/>
                <a:gd name="connsiteY4" fmla="*/ 0 h 454983"/>
                <a:gd name="connsiteX5" fmla="*/ 3603013 w 5400001"/>
                <a:gd name="connsiteY5" fmla="*/ 0 h 454983"/>
                <a:gd name="connsiteX6" fmla="*/ 4221874 w 5400001"/>
                <a:gd name="connsiteY6" fmla="*/ 0 h 454983"/>
                <a:gd name="connsiteX7" fmla="*/ 5400001 w 5400001"/>
                <a:gd name="connsiteY7" fmla="*/ 0 h 454983"/>
                <a:gd name="connsiteX8" fmla="*/ 4945018 w 5400001"/>
                <a:gd name="connsiteY8" fmla="*/ 454983 h 454983"/>
                <a:gd name="connsiteX9" fmla="*/ 4221874 w 5400001"/>
                <a:gd name="connsiteY9" fmla="*/ 454983 h 454983"/>
                <a:gd name="connsiteX10" fmla="*/ 3148030 w 5400001"/>
                <a:gd name="connsiteY10" fmla="*/ 454983 h 454983"/>
                <a:gd name="connsiteX11" fmla="*/ 2975116 w 5400001"/>
                <a:gd name="connsiteY11" fmla="*/ 454983 h 454983"/>
                <a:gd name="connsiteX12" fmla="*/ 2424886 w 5400001"/>
                <a:gd name="connsiteY12" fmla="*/ 454983 h 454983"/>
                <a:gd name="connsiteX13" fmla="*/ 2251971 w 5400001"/>
                <a:gd name="connsiteY13" fmla="*/ 454983 h 454983"/>
                <a:gd name="connsiteX14" fmla="*/ 1178128 w 5400001"/>
                <a:gd name="connsiteY14" fmla="*/ 454983 h 454983"/>
                <a:gd name="connsiteX15" fmla="*/ 454983 w 5400001"/>
                <a:gd name="connsiteY15" fmla="*/ 454983 h 45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400001" h="454983">
                  <a:moveTo>
                    <a:pt x="0" y="0"/>
                  </a:moveTo>
                  <a:lnTo>
                    <a:pt x="1178128" y="0"/>
                  </a:lnTo>
                  <a:lnTo>
                    <a:pt x="1796988" y="0"/>
                  </a:lnTo>
                  <a:lnTo>
                    <a:pt x="2424886" y="0"/>
                  </a:lnTo>
                  <a:lnTo>
                    <a:pt x="2975116" y="0"/>
                  </a:lnTo>
                  <a:lnTo>
                    <a:pt x="3603013" y="0"/>
                  </a:lnTo>
                  <a:lnTo>
                    <a:pt x="4221874" y="0"/>
                  </a:lnTo>
                  <a:lnTo>
                    <a:pt x="5400001" y="0"/>
                  </a:lnTo>
                  <a:lnTo>
                    <a:pt x="4945018" y="454983"/>
                  </a:lnTo>
                  <a:lnTo>
                    <a:pt x="4221874" y="454983"/>
                  </a:lnTo>
                  <a:lnTo>
                    <a:pt x="3148030" y="454983"/>
                  </a:lnTo>
                  <a:lnTo>
                    <a:pt x="2975116" y="454983"/>
                  </a:lnTo>
                  <a:lnTo>
                    <a:pt x="2424886" y="454983"/>
                  </a:lnTo>
                  <a:lnTo>
                    <a:pt x="2251971" y="454983"/>
                  </a:lnTo>
                  <a:lnTo>
                    <a:pt x="1178128" y="454983"/>
                  </a:lnTo>
                  <a:lnTo>
                    <a:pt x="454983" y="454983"/>
                  </a:lnTo>
                  <a:close/>
                </a:path>
              </a:pathLst>
            </a:custGeom>
            <a:gradFill>
              <a:gsLst>
                <a:gs pos="0">
                  <a:schemeClr val="tx1">
                    <a:lumMod val="65000"/>
                    <a:lumOff val="35000"/>
                  </a:schemeClr>
                </a:gs>
                <a:gs pos="600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95AF946A-60DD-429E-97E7-4E2DC9B6F3E0}"/>
                </a:ext>
              </a:extLst>
            </p:cNvPr>
            <p:cNvSpPr/>
            <p:nvPr userDrawn="1"/>
          </p:nvSpPr>
          <p:spPr>
            <a:xfrm rot="16200000" flipH="1" flipV="1">
              <a:off x="5177763" y="3108565"/>
              <a:ext cx="5950408" cy="376018"/>
            </a:xfrm>
            <a:custGeom>
              <a:avLst/>
              <a:gdLst>
                <a:gd name="connsiteX0" fmla="*/ 7199994 w 7199994"/>
                <a:gd name="connsiteY0" fmla="*/ 0 h 454983"/>
                <a:gd name="connsiteX1" fmla="*/ 5003045 w 7199994"/>
                <a:gd name="connsiteY1" fmla="*/ 0 h 454983"/>
                <a:gd name="connsiteX2" fmla="*/ 4775114 w 7199994"/>
                <a:gd name="connsiteY2" fmla="*/ 0 h 454983"/>
                <a:gd name="connsiteX3" fmla="*/ 4621829 w 7199994"/>
                <a:gd name="connsiteY3" fmla="*/ 0 h 454983"/>
                <a:gd name="connsiteX4" fmla="*/ 2578165 w 7199994"/>
                <a:gd name="connsiteY4" fmla="*/ 0 h 454983"/>
                <a:gd name="connsiteX5" fmla="*/ 2424880 w 7199994"/>
                <a:gd name="connsiteY5" fmla="*/ 0 h 454983"/>
                <a:gd name="connsiteX6" fmla="*/ 2196949 w 7199994"/>
                <a:gd name="connsiteY6" fmla="*/ 0 h 454983"/>
                <a:gd name="connsiteX7" fmla="*/ 0 w 7199994"/>
                <a:gd name="connsiteY7" fmla="*/ 0 h 454983"/>
                <a:gd name="connsiteX8" fmla="*/ 454979 w 7199994"/>
                <a:gd name="connsiteY8" fmla="*/ 454983 h 454983"/>
                <a:gd name="connsiteX9" fmla="*/ 2196949 w 7199994"/>
                <a:gd name="connsiteY9" fmla="*/ 454983 h 454983"/>
                <a:gd name="connsiteX10" fmla="*/ 2424880 w 7199994"/>
                <a:gd name="connsiteY10" fmla="*/ 454983 h 454983"/>
                <a:gd name="connsiteX11" fmla="*/ 3033144 w 7199994"/>
                <a:gd name="connsiteY11" fmla="*/ 454983 h 454983"/>
                <a:gd name="connsiteX12" fmla="*/ 4166850 w 7199994"/>
                <a:gd name="connsiteY12" fmla="*/ 454983 h 454983"/>
                <a:gd name="connsiteX13" fmla="*/ 4775114 w 7199994"/>
                <a:gd name="connsiteY13" fmla="*/ 454983 h 454983"/>
                <a:gd name="connsiteX14" fmla="*/ 5003045 w 7199994"/>
                <a:gd name="connsiteY14" fmla="*/ 454983 h 454983"/>
                <a:gd name="connsiteX15" fmla="*/ 6745015 w 7199994"/>
                <a:gd name="connsiteY15" fmla="*/ 454983 h 45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199994" h="454983">
                  <a:moveTo>
                    <a:pt x="7199994" y="0"/>
                  </a:moveTo>
                  <a:lnTo>
                    <a:pt x="5003045" y="0"/>
                  </a:lnTo>
                  <a:lnTo>
                    <a:pt x="4775114" y="0"/>
                  </a:lnTo>
                  <a:lnTo>
                    <a:pt x="4621829" y="0"/>
                  </a:lnTo>
                  <a:lnTo>
                    <a:pt x="2578165" y="0"/>
                  </a:lnTo>
                  <a:lnTo>
                    <a:pt x="2424880" y="0"/>
                  </a:lnTo>
                  <a:lnTo>
                    <a:pt x="2196949" y="0"/>
                  </a:lnTo>
                  <a:lnTo>
                    <a:pt x="0" y="0"/>
                  </a:lnTo>
                  <a:lnTo>
                    <a:pt x="454979" y="454983"/>
                  </a:lnTo>
                  <a:lnTo>
                    <a:pt x="2196949" y="454983"/>
                  </a:lnTo>
                  <a:lnTo>
                    <a:pt x="2424880" y="454983"/>
                  </a:lnTo>
                  <a:lnTo>
                    <a:pt x="3033144" y="454983"/>
                  </a:lnTo>
                  <a:lnTo>
                    <a:pt x="4166850" y="454983"/>
                  </a:lnTo>
                  <a:lnTo>
                    <a:pt x="4775114" y="454983"/>
                  </a:lnTo>
                  <a:lnTo>
                    <a:pt x="5003045" y="454983"/>
                  </a:lnTo>
                  <a:lnTo>
                    <a:pt x="6745015" y="454983"/>
                  </a:lnTo>
                  <a:close/>
                </a:path>
              </a:pathLst>
            </a:custGeom>
            <a:gradFill>
              <a:gsLst>
                <a:gs pos="0">
                  <a:schemeClr val="tx1">
                    <a:lumMod val="65000"/>
                    <a:lumOff val="35000"/>
                  </a:schemeClr>
                </a:gs>
                <a:gs pos="600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5A14A34D-5674-4600-9D6C-05137FE4A77E}"/>
                </a:ext>
              </a:extLst>
            </p:cNvPr>
            <p:cNvSpPr/>
            <p:nvPr userDrawn="1"/>
          </p:nvSpPr>
          <p:spPr>
            <a:xfrm rot="16200000" flipH="1">
              <a:off x="1090974" y="3108564"/>
              <a:ext cx="5950408" cy="376018"/>
            </a:xfrm>
            <a:custGeom>
              <a:avLst/>
              <a:gdLst>
                <a:gd name="connsiteX0" fmla="*/ 6745015 w 7199994"/>
                <a:gd name="connsiteY0" fmla="*/ 454983 h 454983"/>
                <a:gd name="connsiteX1" fmla="*/ 5003045 w 7199994"/>
                <a:gd name="connsiteY1" fmla="*/ 454983 h 454983"/>
                <a:gd name="connsiteX2" fmla="*/ 4775114 w 7199994"/>
                <a:gd name="connsiteY2" fmla="*/ 454983 h 454983"/>
                <a:gd name="connsiteX3" fmla="*/ 4166850 w 7199994"/>
                <a:gd name="connsiteY3" fmla="*/ 454983 h 454983"/>
                <a:gd name="connsiteX4" fmla="*/ 3033144 w 7199994"/>
                <a:gd name="connsiteY4" fmla="*/ 454983 h 454983"/>
                <a:gd name="connsiteX5" fmla="*/ 2424880 w 7199994"/>
                <a:gd name="connsiteY5" fmla="*/ 454983 h 454983"/>
                <a:gd name="connsiteX6" fmla="*/ 2196949 w 7199994"/>
                <a:gd name="connsiteY6" fmla="*/ 454983 h 454983"/>
                <a:gd name="connsiteX7" fmla="*/ 454979 w 7199994"/>
                <a:gd name="connsiteY7" fmla="*/ 454983 h 454983"/>
                <a:gd name="connsiteX8" fmla="*/ 0 w 7199994"/>
                <a:gd name="connsiteY8" fmla="*/ 0 h 454983"/>
                <a:gd name="connsiteX9" fmla="*/ 2196949 w 7199994"/>
                <a:gd name="connsiteY9" fmla="*/ 0 h 454983"/>
                <a:gd name="connsiteX10" fmla="*/ 2424880 w 7199994"/>
                <a:gd name="connsiteY10" fmla="*/ 0 h 454983"/>
                <a:gd name="connsiteX11" fmla="*/ 2578165 w 7199994"/>
                <a:gd name="connsiteY11" fmla="*/ 0 h 454983"/>
                <a:gd name="connsiteX12" fmla="*/ 4621829 w 7199994"/>
                <a:gd name="connsiteY12" fmla="*/ 0 h 454983"/>
                <a:gd name="connsiteX13" fmla="*/ 4775114 w 7199994"/>
                <a:gd name="connsiteY13" fmla="*/ 0 h 454983"/>
                <a:gd name="connsiteX14" fmla="*/ 5003045 w 7199994"/>
                <a:gd name="connsiteY14" fmla="*/ 0 h 454983"/>
                <a:gd name="connsiteX15" fmla="*/ 7199994 w 7199994"/>
                <a:gd name="connsiteY15" fmla="*/ 0 h 45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199994" h="454983">
                  <a:moveTo>
                    <a:pt x="6745015" y="454983"/>
                  </a:moveTo>
                  <a:lnTo>
                    <a:pt x="5003045" y="454983"/>
                  </a:lnTo>
                  <a:lnTo>
                    <a:pt x="4775114" y="454983"/>
                  </a:lnTo>
                  <a:lnTo>
                    <a:pt x="4166850" y="454983"/>
                  </a:lnTo>
                  <a:lnTo>
                    <a:pt x="3033144" y="454983"/>
                  </a:lnTo>
                  <a:lnTo>
                    <a:pt x="2424880" y="454983"/>
                  </a:lnTo>
                  <a:lnTo>
                    <a:pt x="2196949" y="454983"/>
                  </a:lnTo>
                  <a:lnTo>
                    <a:pt x="454979" y="454983"/>
                  </a:lnTo>
                  <a:lnTo>
                    <a:pt x="0" y="0"/>
                  </a:lnTo>
                  <a:lnTo>
                    <a:pt x="2196949" y="0"/>
                  </a:lnTo>
                  <a:lnTo>
                    <a:pt x="2424880" y="0"/>
                  </a:lnTo>
                  <a:lnTo>
                    <a:pt x="2578165" y="0"/>
                  </a:lnTo>
                  <a:lnTo>
                    <a:pt x="4621829" y="0"/>
                  </a:lnTo>
                  <a:lnTo>
                    <a:pt x="4775114" y="0"/>
                  </a:lnTo>
                  <a:lnTo>
                    <a:pt x="5003045" y="0"/>
                  </a:lnTo>
                  <a:lnTo>
                    <a:pt x="7199994" y="0"/>
                  </a:lnTo>
                  <a:close/>
                </a:path>
              </a:pathLst>
            </a:custGeom>
            <a:gradFill>
              <a:gsLst>
                <a:gs pos="0">
                  <a:schemeClr val="tx1">
                    <a:lumMod val="85000"/>
                    <a:lumOff val="15000"/>
                  </a:schemeClr>
                </a:gs>
                <a:gs pos="28000">
                  <a:schemeClr val="tx1">
                    <a:lumMod val="95000"/>
                    <a:lumOff val="5000"/>
                  </a:schemeClr>
                </a:gs>
                <a:gs pos="100000">
                  <a:schemeClr val="tx1">
                    <a:lumMod val="85000"/>
                    <a:lumOff val="15000"/>
                  </a:schemeClr>
                </a:gs>
              </a:gsLst>
              <a:lin ang="16200000" scaled="0"/>
            </a:gradFill>
            <a:ln>
              <a:noFill/>
            </a:ln>
            <a:sp3d extrusionH="2540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72" name="Picture Placeholder 71">
            <a:extLst>
              <a:ext uri="{FF2B5EF4-FFF2-40B4-BE49-F238E27FC236}">
                <a16:creationId xmlns:a16="http://schemas.microsoft.com/office/drawing/2014/main" id="{F8A7B0C1-2178-4C3D-9F34-8BFDC026B2A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014538" y="1371600"/>
            <a:ext cx="1657350" cy="3657600"/>
          </a:xfrm>
          <a:custGeom>
            <a:avLst/>
            <a:gdLst>
              <a:gd name="connsiteX0" fmla="*/ 1490662 w 1657350"/>
              <a:gd name="connsiteY0" fmla="*/ 0 h 3657600"/>
              <a:gd name="connsiteX1" fmla="*/ 1657350 w 1657350"/>
              <a:gd name="connsiteY1" fmla="*/ 3171825 h 3657600"/>
              <a:gd name="connsiteX2" fmla="*/ 252412 w 1657350"/>
              <a:gd name="connsiteY2" fmla="*/ 3657600 h 3657600"/>
              <a:gd name="connsiteX3" fmla="*/ 0 w 1657350"/>
              <a:gd name="connsiteY3" fmla="*/ 185738 h 3657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7350" h="3657600">
                <a:moveTo>
                  <a:pt x="1490662" y="0"/>
                </a:moveTo>
                <a:lnTo>
                  <a:pt x="1657350" y="3171825"/>
                </a:lnTo>
                <a:lnTo>
                  <a:pt x="252412" y="3657600"/>
                </a:lnTo>
                <a:lnTo>
                  <a:pt x="0" y="185738"/>
                </a:lnTo>
                <a:close/>
              </a:path>
            </a:pathLst>
          </a:custGeom>
          <a:solidFill>
            <a:schemeClr val="bg2"/>
          </a:solidFill>
          <a:ln w="190500">
            <a:solidFill>
              <a:schemeClr val="tx1"/>
            </a:solidFill>
            <a:miter lim="800000"/>
          </a:ln>
        </p:spPr>
        <p:txBody>
          <a:bodyPr wrap="square" lIns="252000" rIns="252000" anchor="ctr">
            <a:noAutofit/>
          </a:bodyPr>
          <a:lstStyle>
            <a:lvl1pPr marL="0" indent="0" algn="ctr">
              <a:buNone/>
              <a:defRPr sz="1600" i="1"/>
            </a:lvl1pPr>
          </a:lstStyle>
          <a:p>
            <a:r>
              <a:rPr lang="en-US" noProof="0" dirty="0"/>
              <a:t>Drag &amp; Drop or Insert your Image</a:t>
            </a:r>
          </a:p>
        </p:txBody>
      </p:sp>
      <p:grpSp>
        <p:nvGrpSpPr>
          <p:cNvPr id="52" name="Group 51" descr="Frame Shadow Back">
            <a:extLst>
              <a:ext uri="{FF2B5EF4-FFF2-40B4-BE49-F238E27FC236}">
                <a16:creationId xmlns:a16="http://schemas.microsoft.com/office/drawing/2014/main" id="{F0BD42DE-3457-4C07-A4EC-C13E2ED6B959}"/>
              </a:ext>
            </a:extLst>
          </p:cNvPr>
          <p:cNvGrpSpPr/>
          <p:nvPr userDrawn="1"/>
        </p:nvGrpSpPr>
        <p:grpSpPr>
          <a:xfrm>
            <a:off x="3633693" y="4442655"/>
            <a:ext cx="9783733" cy="520321"/>
            <a:chOff x="-184150" y="3740828"/>
            <a:chExt cx="13550900" cy="914401"/>
          </a:xfrm>
        </p:grpSpPr>
        <p:sp>
          <p:nvSpPr>
            <p:cNvPr id="53" name="Flowchart: Manual Operation 52">
              <a:extLst>
                <a:ext uri="{FF2B5EF4-FFF2-40B4-BE49-F238E27FC236}">
                  <a16:creationId xmlns:a16="http://schemas.microsoft.com/office/drawing/2014/main" id="{D21C4FD2-6073-44F1-8918-36CC06E7F3D1}"/>
                </a:ext>
              </a:extLst>
            </p:cNvPr>
            <p:cNvSpPr/>
            <p:nvPr/>
          </p:nvSpPr>
          <p:spPr>
            <a:xfrm>
              <a:off x="-184150" y="3822700"/>
              <a:ext cx="13550900" cy="832529"/>
            </a:xfrm>
            <a:prstGeom prst="flowChartManualOperation">
              <a:avLst/>
            </a:prstGeom>
            <a:gradFill>
              <a:gsLst>
                <a:gs pos="0">
                  <a:schemeClr val="tx1">
                    <a:alpha val="0"/>
                  </a:schemeClr>
                </a:gs>
                <a:gs pos="100000">
                  <a:schemeClr val="tx1">
                    <a:alpha val="39000"/>
                  </a:schemeClr>
                </a:gs>
              </a:gsLst>
              <a:lin ang="5400000" scaled="1"/>
            </a:gra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54" name="Flowchart: Manual Operation 53">
              <a:extLst>
                <a:ext uri="{FF2B5EF4-FFF2-40B4-BE49-F238E27FC236}">
                  <a16:creationId xmlns:a16="http://schemas.microsoft.com/office/drawing/2014/main" id="{437A088A-4B50-47CE-A3B7-3C8E06729ABE}"/>
                </a:ext>
              </a:extLst>
            </p:cNvPr>
            <p:cNvSpPr/>
            <p:nvPr/>
          </p:nvSpPr>
          <p:spPr>
            <a:xfrm>
              <a:off x="-184150" y="3740828"/>
              <a:ext cx="13550900" cy="832529"/>
            </a:xfrm>
            <a:prstGeom prst="flowChartManualOperation">
              <a:avLst/>
            </a:prstGeom>
            <a:gradFill>
              <a:gsLst>
                <a:gs pos="65000">
                  <a:schemeClr val="tx1">
                    <a:alpha val="0"/>
                  </a:schemeClr>
                </a:gs>
                <a:gs pos="100000">
                  <a:schemeClr val="tx1">
                    <a:alpha val="39000"/>
                  </a:schemeClr>
                </a:gs>
              </a:gsLst>
              <a:lin ang="54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55" name="Rectangle 54">
            <a:extLst>
              <a:ext uri="{FF2B5EF4-FFF2-40B4-BE49-F238E27FC236}">
                <a16:creationId xmlns:a16="http://schemas.microsoft.com/office/drawing/2014/main" id="{0854AD4B-3FC4-4192-9128-AD41638DD84E}"/>
              </a:ext>
            </a:extLst>
          </p:cNvPr>
          <p:cNvSpPr>
            <a:spLocks/>
          </p:cNvSpPr>
          <p:nvPr userDrawn="1"/>
        </p:nvSpPr>
        <p:spPr>
          <a:xfrm rot="10800000">
            <a:off x="5926366" y="811428"/>
            <a:ext cx="5198388" cy="371077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innerShdw blurRad="127000" dist="50800" dir="9180000">
              <a:prstClr val="black">
                <a:alpha val="6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noProof="0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BFFB7681-35F6-4DD3-A5A3-93D77685E409}"/>
              </a:ext>
            </a:extLst>
          </p:cNvPr>
          <p:cNvSpPr>
            <a:spLocks/>
          </p:cNvSpPr>
          <p:nvPr userDrawn="1"/>
        </p:nvSpPr>
        <p:spPr>
          <a:xfrm rot="10800000">
            <a:off x="5550357" y="436551"/>
            <a:ext cx="5950408" cy="37487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8AB8202-543E-4D7B-A845-8AC35C5E46E8}"/>
              </a:ext>
            </a:extLst>
          </p:cNvPr>
          <p:cNvSpPr>
            <a:spLocks/>
          </p:cNvSpPr>
          <p:nvPr userDrawn="1"/>
        </p:nvSpPr>
        <p:spPr>
          <a:xfrm rot="10800000">
            <a:off x="5550357" y="4524485"/>
            <a:ext cx="5950408" cy="37487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DD73ECEF-2720-4609-BF16-DDB26FBF7A19}"/>
              </a:ext>
            </a:extLst>
          </p:cNvPr>
          <p:cNvSpPr/>
          <p:nvPr userDrawn="1"/>
        </p:nvSpPr>
        <p:spPr>
          <a:xfrm rot="5400000" flipH="1" flipV="1">
            <a:off x="3506961" y="2479947"/>
            <a:ext cx="4462810" cy="376019"/>
          </a:xfrm>
          <a:custGeom>
            <a:avLst/>
            <a:gdLst>
              <a:gd name="connsiteX0" fmla="*/ 5400001 w 5400001"/>
              <a:gd name="connsiteY0" fmla="*/ 0 h 454983"/>
              <a:gd name="connsiteX1" fmla="*/ 4945018 w 5400001"/>
              <a:gd name="connsiteY1" fmla="*/ 454983 h 454983"/>
              <a:gd name="connsiteX2" fmla="*/ 4221873 w 5400001"/>
              <a:gd name="connsiteY2" fmla="*/ 454983 h 454983"/>
              <a:gd name="connsiteX3" fmla="*/ 3148030 w 5400001"/>
              <a:gd name="connsiteY3" fmla="*/ 454983 h 454983"/>
              <a:gd name="connsiteX4" fmla="*/ 2975116 w 5400001"/>
              <a:gd name="connsiteY4" fmla="*/ 454983 h 454983"/>
              <a:gd name="connsiteX5" fmla="*/ 2424886 w 5400001"/>
              <a:gd name="connsiteY5" fmla="*/ 454983 h 454983"/>
              <a:gd name="connsiteX6" fmla="*/ 2251971 w 5400001"/>
              <a:gd name="connsiteY6" fmla="*/ 454983 h 454983"/>
              <a:gd name="connsiteX7" fmla="*/ 1178128 w 5400001"/>
              <a:gd name="connsiteY7" fmla="*/ 454983 h 454983"/>
              <a:gd name="connsiteX8" fmla="*/ 454983 w 5400001"/>
              <a:gd name="connsiteY8" fmla="*/ 454983 h 454983"/>
              <a:gd name="connsiteX9" fmla="*/ 0 w 5400001"/>
              <a:gd name="connsiteY9" fmla="*/ 0 h 454983"/>
              <a:gd name="connsiteX10" fmla="*/ 1178128 w 5400001"/>
              <a:gd name="connsiteY10" fmla="*/ 0 h 454983"/>
              <a:gd name="connsiteX11" fmla="*/ 1796988 w 5400001"/>
              <a:gd name="connsiteY11" fmla="*/ 0 h 454983"/>
              <a:gd name="connsiteX12" fmla="*/ 2424886 w 5400001"/>
              <a:gd name="connsiteY12" fmla="*/ 0 h 454983"/>
              <a:gd name="connsiteX13" fmla="*/ 2975116 w 5400001"/>
              <a:gd name="connsiteY13" fmla="*/ 0 h 454983"/>
              <a:gd name="connsiteX14" fmla="*/ 3603013 w 5400001"/>
              <a:gd name="connsiteY14" fmla="*/ 0 h 454983"/>
              <a:gd name="connsiteX15" fmla="*/ 4221873 w 5400001"/>
              <a:gd name="connsiteY15" fmla="*/ 0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400001" h="454983">
                <a:moveTo>
                  <a:pt x="5400001" y="0"/>
                </a:moveTo>
                <a:lnTo>
                  <a:pt x="4945018" y="454983"/>
                </a:lnTo>
                <a:lnTo>
                  <a:pt x="4221873" y="454983"/>
                </a:lnTo>
                <a:lnTo>
                  <a:pt x="3148030" y="454983"/>
                </a:lnTo>
                <a:lnTo>
                  <a:pt x="2975116" y="454983"/>
                </a:lnTo>
                <a:lnTo>
                  <a:pt x="2424886" y="454983"/>
                </a:lnTo>
                <a:lnTo>
                  <a:pt x="2251971" y="454983"/>
                </a:lnTo>
                <a:lnTo>
                  <a:pt x="1178128" y="454983"/>
                </a:lnTo>
                <a:lnTo>
                  <a:pt x="454983" y="454983"/>
                </a:lnTo>
                <a:lnTo>
                  <a:pt x="0" y="0"/>
                </a:lnTo>
                <a:lnTo>
                  <a:pt x="1178128" y="0"/>
                </a:lnTo>
                <a:lnTo>
                  <a:pt x="1796988" y="0"/>
                </a:lnTo>
                <a:lnTo>
                  <a:pt x="2424886" y="0"/>
                </a:lnTo>
                <a:lnTo>
                  <a:pt x="2975116" y="0"/>
                </a:lnTo>
                <a:lnTo>
                  <a:pt x="3603013" y="0"/>
                </a:lnTo>
                <a:lnTo>
                  <a:pt x="4221873" y="0"/>
                </a:lnTo>
                <a:close/>
              </a:path>
            </a:pathLst>
          </a:custGeom>
          <a:gradFill flip="none" rotWithShape="1">
            <a:gsLst>
              <a:gs pos="0">
                <a:schemeClr val="tx1">
                  <a:lumMod val="65000"/>
                  <a:lumOff val="35000"/>
                </a:schemeClr>
              </a:gs>
              <a:gs pos="6000">
                <a:schemeClr val="tx1">
                  <a:lumMod val="85000"/>
                  <a:lumOff val="1500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noProof="0" dirty="0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644EB8A9-3448-445A-908B-A6FF2BA83062}"/>
              </a:ext>
            </a:extLst>
          </p:cNvPr>
          <p:cNvSpPr/>
          <p:nvPr userDrawn="1"/>
        </p:nvSpPr>
        <p:spPr>
          <a:xfrm rot="5400000">
            <a:off x="9081350" y="2479947"/>
            <a:ext cx="4462810" cy="376019"/>
          </a:xfrm>
          <a:custGeom>
            <a:avLst/>
            <a:gdLst>
              <a:gd name="connsiteX0" fmla="*/ 0 w 5400001"/>
              <a:gd name="connsiteY0" fmla="*/ 0 h 454983"/>
              <a:gd name="connsiteX1" fmla="*/ 1178128 w 5400001"/>
              <a:gd name="connsiteY1" fmla="*/ 0 h 454983"/>
              <a:gd name="connsiteX2" fmla="*/ 1796988 w 5400001"/>
              <a:gd name="connsiteY2" fmla="*/ 0 h 454983"/>
              <a:gd name="connsiteX3" fmla="*/ 2424886 w 5400001"/>
              <a:gd name="connsiteY3" fmla="*/ 0 h 454983"/>
              <a:gd name="connsiteX4" fmla="*/ 2975116 w 5400001"/>
              <a:gd name="connsiteY4" fmla="*/ 0 h 454983"/>
              <a:gd name="connsiteX5" fmla="*/ 3603013 w 5400001"/>
              <a:gd name="connsiteY5" fmla="*/ 0 h 454983"/>
              <a:gd name="connsiteX6" fmla="*/ 4221874 w 5400001"/>
              <a:gd name="connsiteY6" fmla="*/ 0 h 454983"/>
              <a:gd name="connsiteX7" fmla="*/ 5400001 w 5400001"/>
              <a:gd name="connsiteY7" fmla="*/ 0 h 454983"/>
              <a:gd name="connsiteX8" fmla="*/ 4945018 w 5400001"/>
              <a:gd name="connsiteY8" fmla="*/ 454983 h 454983"/>
              <a:gd name="connsiteX9" fmla="*/ 4221874 w 5400001"/>
              <a:gd name="connsiteY9" fmla="*/ 454983 h 454983"/>
              <a:gd name="connsiteX10" fmla="*/ 3148030 w 5400001"/>
              <a:gd name="connsiteY10" fmla="*/ 454983 h 454983"/>
              <a:gd name="connsiteX11" fmla="*/ 2975116 w 5400001"/>
              <a:gd name="connsiteY11" fmla="*/ 454983 h 454983"/>
              <a:gd name="connsiteX12" fmla="*/ 2424886 w 5400001"/>
              <a:gd name="connsiteY12" fmla="*/ 454983 h 454983"/>
              <a:gd name="connsiteX13" fmla="*/ 2251971 w 5400001"/>
              <a:gd name="connsiteY13" fmla="*/ 454983 h 454983"/>
              <a:gd name="connsiteX14" fmla="*/ 1178128 w 5400001"/>
              <a:gd name="connsiteY14" fmla="*/ 454983 h 454983"/>
              <a:gd name="connsiteX15" fmla="*/ 454983 w 5400001"/>
              <a:gd name="connsiteY15" fmla="*/ 454983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400001" h="454983">
                <a:moveTo>
                  <a:pt x="0" y="0"/>
                </a:moveTo>
                <a:lnTo>
                  <a:pt x="1178128" y="0"/>
                </a:lnTo>
                <a:lnTo>
                  <a:pt x="1796988" y="0"/>
                </a:lnTo>
                <a:lnTo>
                  <a:pt x="2424886" y="0"/>
                </a:lnTo>
                <a:lnTo>
                  <a:pt x="2975116" y="0"/>
                </a:lnTo>
                <a:lnTo>
                  <a:pt x="3603013" y="0"/>
                </a:lnTo>
                <a:lnTo>
                  <a:pt x="4221874" y="0"/>
                </a:lnTo>
                <a:lnTo>
                  <a:pt x="5400001" y="0"/>
                </a:lnTo>
                <a:lnTo>
                  <a:pt x="4945018" y="454983"/>
                </a:lnTo>
                <a:lnTo>
                  <a:pt x="4221874" y="454983"/>
                </a:lnTo>
                <a:lnTo>
                  <a:pt x="3148030" y="454983"/>
                </a:lnTo>
                <a:lnTo>
                  <a:pt x="2975116" y="454983"/>
                </a:lnTo>
                <a:lnTo>
                  <a:pt x="2424886" y="454983"/>
                </a:lnTo>
                <a:lnTo>
                  <a:pt x="2251971" y="454983"/>
                </a:lnTo>
                <a:lnTo>
                  <a:pt x="1178128" y="454983"/>
                </a:lnTo>
                <a:lnTo>
                  <a:pt x="454983" y="454983"/>
                </a:lnTo>
                <a:close/>
              </a:path>
            </a:pathLst>
          </a:custGeom>
          <a:gradFill flip="none" rotWithShape="1">
            <a:gsLst>
              <a:gs pos="0">
                <a:schemeClr val="tx1">
                  <a:lumMod val="65000"/>
                  <a:lumOff val="35000"/>
                </a:schemeClr>
              </a:gs>
              <a:gs pos="6000">
                <a:schemeClr val="tx1">
                  <a:lumMod val="85000"/>
                  <a:lumOff val="1500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37994DFE-9F5F-4EF6-AE8C-96DECB010088}"/>
              </a:ext>
            </a:extLst>
          </p:cNvPr>
          <p:cNvSpPr/>
          <p:nvPr userDrawn="1"/>
        </p:nvSpPr>
        <p:spPr>
          <a:xfrm rot="10800000" flipV="1">
            <a:off x="5550357" y="436552"/>
            <a:ext cx="5950408" cy="376019"/>
          </a:xfrm>
          <a:custGeom>
            <a:avLst/>
            <a:gdLst>
              <a:gd name="connsiteX0" fmla="*/ 7199994 w 7199994"/>
              <a:gd name="connsiteY0" fmla="*/ 0 h 454983"/>
              <a:gd name="connsiteX1" fmla="*/ 5003045 w 7199994"/>
              <a:gd name="connsiteY1" fmla="*/ 0 h 454983"/>
              <a:gd name="connsiteX2" fmla="*/ 4775114 w 7199994"/>
              <a:gd name="connsiteY2" fmla="*/ 0 h 454983"/>
              <a:gd name="connsiteX3" fmla="*/ 4621829 w 7199994"/>
              <a:gd name="connsiteY3" fmla="*/ 0 h 454983"/>
              <a:gd name="connsiteX4" fmla="*/ 2578165 w 7199994"/>
              <a:gd name="connsiteY4" fmla="*/ 0 h 454983"/>
              <a:gd name="connsiteX5" fmla="*/ 2424880 w 7199994"/>
              <a:gd name="connsiteY5" fmla="*/ 0 h 454983"/>
              <a:gd name="connsiteX6" fmla="*/ 2196949 w 7199994"/>
              <a:gd name="connsiteY6" fmla="*/ 0 h 454983"/>
              <a:gd name="connsiteX7" fmla="*/ 0 w 7199994"/>
              <a:gd name="connsiteY7" fmla="*/ 0 h 454983"/>
              <a:gd name="connsiteX8" fmla="*/ 454979 w 7199994"/>
              <a:gd name="connsiteY8" fmla="*/ 454983 h 454983"/>
              <a:gd name="connsiteX9" fmla="*/ 2196949 w 7199994"/>
              <a:gd name="connsiteY9" fmla="*/ 454983 h 454983"/>
              <a:gd name="connsiteX10" fmla="*/ 2424880 w 7199994"/>
              <a:gd name="connsiteY10" fmla="*/ 454983 h 454983"/>
              <a:gd name="connsiteX11" fmla="*/ 3033144 w 7199994"/>
              <a:gd name="connsiteY11" fmla="*/ 454983 h 454983"/>
              <a:gd name="connsiteX12" fmla="*/ 4166850 w 7199994"/>
              <a:gd name="connsiteY12" fmla="*/ 454983 h 454983"/>
              <a:gd name="connsiteX13" fmla="*/ 4775114 w 7199994"/>
              <a:gd name="connsiteY13" fmla="*/ 454983 h 454983"/>
              <a:gd name="connsiteX14" fmla="*/ 5003045 w 7199994"/>
              <a:gd name="connsiteY14" fmla="*/ 454983 h 454983"/>
              <a:gd name="connsiteX15" fmla="*/ 6745015 w 7199994"/>
              <a:gd name="connsiteY15" fmla="*/ 454983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199994" h="454983">
                <a:moveTo>
                  <a:pt x="7199994" y="0"/>
                </a:moveTo>
                <a:lnTo>
                  <a:pt x="5003045" y="0"/>
                </a:lnTo>
                <a:lnTo>
                  <a:pt x="4775114" y="0"/>
                </a:lnTo>
                <a:lnTo>
                  <a:pt x="4621829" y="0"/>
                </a:lnTo>
                <a:lnTo>
                  <a:pt x="2578165" y="0"/>
                </a:lnTo>
                <a:lnTo>
                  <a:pt x="2424880" y="0"/>
                </a:lnTo>
                <a:lnTo>
                  <a:pt x="2196949" y="0"/>
                </a:lnTo>
                <a:lnTo>
                  <a:pt x="0" y="0"/>
                </a:lnTo>
                <a:lnTo>
                  <a:pt x="454979" y="454983"/>
                </a:lnTo>
                <a:lnTo>
                  <a:pt x="2196949" y="454983"/>
                </a:lnTo>
                <a:lnTo>
                  <a:pt x="2424880" y="454983"/>
                </a:lnTo>
                <a:lnTo>
                  <a:pt x="3033144" y="454983"/>
                </a:lnTo>
                <a:lnTo>
                  <a:pt x="4166850" y="454983"/>
                </a:lnTo>
                <a:lnTo>
                  <a:pt x="4775114" y="454983"/>
                </a:lnTo>
                <a:lnTo>
                  <a:pt x="5003045" y="454983"/>
                </a:lnTo>
                <a:lnTo>
                  <a:pt x="6745015" y="454983"/>
                </a:lnTo>
                <a:close/>
              </a:path>
            </a:pathLst>
          </a:custGeom>
          <a:gradFill flip="none" rotWithShape="1">
            <a:gsLst>
              <a:gs pos="0">
                <a:schemeClr val="tx1">
                  <a:lumMod val="65000"/>
                  <a:lumOff val="35000"/>
                </a:schemeClr>
              </a:gs>
              <a:gs pos="6000">
                <a:schemeClr val="tx1">
                  <a:lumMod val="85000"/>
                  <a:lumOff val="1500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792FF24B-B6BA-4BFA-AD06-5494D165FEE7}"/>
              </a:ext>
            </a:extLst>
          </p:cNvPr>
          <p:cNvSpPr/>
          <p:nvPr userDrawn="1"/>
        </p:nvSpPr>
        <p:spPr>
          <a:xfrm rot="10800000">
            <a:off x="5550357" y="4523342"/>
            <a:ext cx="5950408" cy="376019"/>
          </a:xfrm>
          <a:custGeom>
            <a:avLst/>
            <a:gdLst>
              <a:gd name="connsiteX0" fmla="*/ 6745015 w 7199994"/>
              <a:gd name="connsiteY0" fmla="*/ 454983 h 454983"/>
              <a:gd name="connsiteX1" fmla="*/ 5003045 w 7199994"/>
              <a:gd name="connsiteY1" fmla="*/ 454983 h 454983"/>
              <a:gd name="connsiteX2" fmla="*/ 4775114 w 7199994"/>
              <a:gd name="connsiteY2" fmla="*/ 454983 h 454983"/>
              <a:gd name="connsiteX3" fmla="*/ 4166850 w 7199994"/>
              <a:gd name="connsiteY3" fmla="*/ 454983 h 454983"/>
              <a:gd name="connsiteX4" fmla="*/ 3033144 w 7199994"/>
              <a:gd name="connsiteY4" fmla="*/ 454983 h 454983"/>
              <a:gd name="connsiteX5" fmla="*/ 2424880 w 7199994"/>
              <a:gd name="connsiteY5" fmla="*/ 454983 h 454983"/>
              <a:gd name="connsiteX6" fmla="*/ 2196949 w 7199994"/>
              <a:gd name="connsiteY6" fmla="*/ 454983 h 454983"/>
              <a:gd name="connsiteX7" fmla="*/ 454979 w 7199994"/>
              <a:gd name="connsiteY7" fmla="*/ 454983 h 454983"/>
              <a:gd name="connsiteX8" fmla="*/ 0 w 7199994"/>
              <a:gd name="connsiteY8" fmla="*/ 0 h 454983"/>
              <a:gd name="connsiteX9" fmla="*/ 2196949 w 7199994"/>
              <a:gd name="connsiteY9" fmla="*/ 0 h 454983"/>
              <a:gd name="connsiteX10" fmla="*/ 2424880 w 7199994"/>
              <a:gd name="connsiteY10" fmla="*/ 0 h 454983"/>
              <a:gd name="connsiteX11" fmla="*/ 2578165 w 7199994"/>
              <a:gd name="connsiteY11" fmla="*/ 0 h 454983"/>
              <a:gd name="connsiteX12" fmla="*/ 4621829 w 7199994"/>
              <a:gd name="connsiteY12" fmla="*/ 0 h 454983"/>
              <a:gd name="connsiteX13" fmla="*/ 4775114 w 7199994"/>
              <a:gd name="connsiteY13" fmla="*/ 0 h 454983"/>
              <a:gd name="connsiteX14" fmla="*/ 5003045 w 7199994"/>
              <a:gd name="connsiteY14" fmla="*/ 0 h 454983"/>
              <a:gd name="connsiteX15" fmla="*/ 7199994 w 7199994"/>
              <a:gd name="connsiteY15" fmla="*/ 0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199994" h="454983">
                <a:moveTo>
                  <a:pt x="6745015" y="454983"/>
                </a:moveTo>
                <a:lnTo>
                  <a:pt x="5003045" y="454983"/>
                </a:lnTo>
                <a:lnTo>
                  <a:pt x="4775114" y="454983"/>
                </a:lnTo>
                <a:lnTo>
                  <a:pt x="4166850" y="454983"/>
                </a:lnTo>
                <a:lnTo>
                  <a:pt x="3033144" y="454983"/>
                </a:lnTo>
                <a:lnTo>
                  <a:pt x="2424880" y="454983"/>
                </a:lnTo>
                <a:lnTo>
                  <a:pt x="2196949" y="454983"/>
                </a:lnTo>
                <a:lnTo>
                  <a:pt x="454979" y="454983"/>
                </a:lnTo>
                <a:lnTo>
                  <a:pt x="0" y="0"/>
                </a:lnTo>
                <a:lnTo>
                  <a:pt x="2196949" y="0"/>
                </a:lnTo>
                <a:lnTo>
                  <a:pt x="2424880" y="0"/>
                </a:lnTo>
                <a:lnTo>
                  <a:pt x="2578165" y="0"/>
                </a:lnTo>
                <a:lnTo>
                  <a:pt x="4621829" y="0"/>
                </a:lnTo>
                <a:lnTo>
                  <a:pt x="4775114" y="0"/>
                </a:lnTo>
                <a:lnTo>
                  <a:pt x="5003045" y="0"/>
                </a:lnTo>
                <a:lnTo>
                  <a:pt x="7199994" y="0"/>
                </a:lnTo>
                <a:close/>
              </a:path>
            </a:pathLst>
          </a:custGeom>
          <a:gradFill flip="none" rotWithShape="1">
            <a:gsLst>
              <a:gs pos="0">
                <a:schemeClr val="tx1">
                  <a:lumMod val="65000"/>
                  <a:lumOff val="35000"/>
                </a:schemeClr>
              </a:gs>
              <a:gs pos="6000">
                <a:schemeClr val="tx1">
                  <a:lumMod val="85000"/>
                  <a:lumOff val="1500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/>
          </a:p>
        </p:txBody>
      </p:sp>
      <p:sp>
        <p:nvSpPr>
          <p:cNvPr id="63" name="Rectangle: Rounded Corners 62" descr="Frame Shadow Front">
            <a:extLst>
              <a:ext uri="{FF2B5EF4-FFF2-40B4-BE49-F238E27FC236}">
                <a16:creationId xmlns:a16="http://schemas.microsoft.com/office/drawing/2014/main" id="{D85D8578-900E-49B6-8598-AFBFA48CD312}"/>
              </a:ext>
            </a:extLst>
          </p:cNvPr>
          <p:cNvSpPr/>
          <p:nvPr userDrawn="1"/>
        </p:nvSpPr>
        <p:spPr>
          <a:xfrm>
            <a:off x="4355535" y="4751567"/>
            <a:ext cx="8070273" cy="625491"/>
          </a:xfrm>
          <a:prstGeom prst="roundRect">
            <a:avLst>
              <a:gd name="adj" fmla="val 50000"/>
            </a:avLst>
          </a:prstGeom>
          <a:solidFill>
            <a:schemeClr val="tx1">
              <a:alpha val="16000"/>
            </a:schemeClr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3" name="Picture Placeholder 72">
            <a:extLst>
              <a:ext uri="{FF2B5EF4-FFF2-40B4-BE49-F238E27FC236}">
                <a16:creationId xmlns:a16="http://schemas.microsoft.com/office/drawing/2014/main" id="{5588BA99-AE2D-49FF-A23A-0EC25DE7EF4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671019" y="1541757"/>
            <a:ext cx="3709084" cy="2231406"/>
          </a:xfrm>
          <a:custGeom>
            <a:avLst/>
            <a:gdLst>
              <a:gd name="connsiteX0" fmla="*/ 0 w 3709084"/>
              <a:gd name="connsiteY0" fmla="*/ 0 h 2231406"/>
              <a:gd name="connsiteX1" fmla="*/ 3709084 w 3709084"/>
              <a:gd name="connsiteY1" fmla="*/ 0 h 2231406"/>
              <a:gd name="connsiteX2" fmla="*/ 3709084 w 3709084"/>
              <a:gd name="connsiteY2" fmla="*/ 2231406 h 2231406"/>
              <a:gd name="connsiteX3" fmla="*/ 0 w 3709084"/>
              <a:gd name="connsiteY3" fmla="*/ 2231406 h 22314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09084" h="2231406">
                <a:moveTo>
                  <a:pt x="0" y="0"/>
                </a:moveTo>
                <a:lnTo>
                  <a:pt x="3709084" y="0"/>
                </a:lnTo>
                <a:lnTo>
                  <a:pt x="3709084" y="2231406"/>
                </a:lnTo>
                <a:lnTo>
                  <a:pt x="0" y="2231406"/>
                </a:lnTo>
                <a:close/>
              </a:path>
            </a:pathLst>
          </a:custGeom>
          <a:solidFill>
            <a:schemeClr val="bg2"/>
          </a:solidFill>
          <a:ln w="190500">
            <a:solidFill>
              <a:schemeClr val="tx1"/>
            </a:solidFill>
            <a:miter lim="800000"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600" i="1"/>
            </a:lvl1pPr>
          </a:lstStyle>
          <a:p>
            <a:r>
              <a:rPr lang="en-US" noProof="0" dirty="0"/>
              <a:t>Drag &amp; Drop or Insert your Image</a:t>
            </a:r>
          </a:p>
          <a:p>
            <a:endParaRPr lang="en-US" noProof="0" dirty="0"/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4E7C6AF7-7B49-4F47-9061-23E4F71F631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74127" y="5599280"/>
            <a:ext cx="2029566" cy="440500"/>
          </a:xfrm>
        </p:spPr>
        <p:txBody>
          <a:bodyPr anchor="t">
            <a:no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Caption / Credits 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A85E0C2F-13CE-49D5-9CF9-F1CC3891787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36839" y="4930821"/>
            <a:ext cx="2029566" cy="440500"/>
          </a:xfrm>
        </p:spPr>
        <p:txBody>
          <a:bodyPr anchor="t">
            <a:no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Caption / Credits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490FDA-4119-4689-822F-88616B285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46800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259856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X Images Option 2  - Dark">
    <p:bg>
      <p:bgPr>
        <a:gradFill>
          <a:gsLst>
            <a:gs pos="0">
              <a:schemeClr val="tx1">
                <a:lumMod val="85000"/>
                <a:lumOff val="15000"/>
              </a:schemeClr>
            </a:gs>
            <a:gs pos="28000">
              <a:schemeClr val="tx1">
                <a:lumMod val="95000"/>
                <a:lumOff val="5000"/>
              </a:schemeClr>
            </a:gs>
            <a:gs pos="100000">
              <a:schemeClr val="tx1">
                <a:lumMod val="85000"/>
                <a:lumOff val="15000"/>
              </a:schemeClr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DC62555-3DD8-4779-8304-FE14FB5D29B6}"/>
              </a:ext>
            </a:extLst>
          </p:cNvPr>
          <p:cNvGrpSpPr/>
          <p:nvPr userDrawn="1"/>
        </p:nvGrpSpPr>
        <p:grpSpPr>
          <a:xfrm>
            <a:off x="-1501721" y="729000"/>
            <a:ext cx="11838317" cy="5476976"/>
            <a:chOff x="453920" y="729000"/>
            <a:chExt cx="11838317" cy="5476976"/>
          </a:xfrm>
          <a:scene3d>
            <a:camera prst="perspectiveRight"/>
            <a:lightRig rig="threePt" dir="t"/>
          </a:scene3d>
        </p:grpSpPr>
        <p:grpSp>
          <p:nvGrpSpPr>
            <p:cNvPr id="22" name="Group 21" descr="Frame Shadow Back">
              <a:extLst>
                <a:ext uri="{FF2B5EF4-FFF2-40B4-BE49-F238E27FC236}">
                  <a16:creationId xmlns:a16="http://schemas.microsoft.com/office/drawing/2014/main" id="{1370A865-1825-4EB5-BAD9-B7BF6A65BB6F}"/>
                </a:ext>
              </a:extLst>
            </p:cNvPr>
            <p:cNvGrpSpPr/>
            <p:nvPr userDrawn="1"/>
          </p:nvGrpSpPr>
          <p:grpSpPr>
            <a:xfrm>
              <a:off x="453920" y="5318467"/>
              <a:ext cx="11838317" cy="887509"/>
              <a:chOff x="-184150" y="3740828"/>
              <a:chExt cx="13550900" cy="914401"/>
            </a:xfrm>
          </p:grpSpPr>
          <p:sp>
            <p:nvSpPr>
              <p:cNvPr id="23" name="Flowchart: Manual Operation 22">
                <a:extLst>
                  <a:ext uri="{FF2B5EF4-FFF2-40B4-BE49-F238E27FC236}">
                    <a16:creationId xmlns:a16="http://schemas.microsoft.com/office/drawing/2014/main" id="{3C737E46-53D0-4AFD-B1DE-550717049609}"/>
                  </a:ext>
                </a:extLst>
              </p:cNvPr>
              <p:cNvSpPr/>
              <p:nvPr/>
            </p:nvSpPr>
            <p:spPr>
              <a:xfrm>
                <a:off x="-184150" y="3822700"/>
                <a:ext cx="13550900" cy="832529"/>
              </a:xfrm>
              <a:prstGeom prst="flowChartManualOperation">
                <a:avLst/>
              </a:prstGeom>
              <a:gradFill>
                <a:gsLst>
                  <a:gs pos="0">
                    <a:schemeClr val="tx1">
                      <a:alpha val="0"/>
                    </a:schemeClr>
                  </a:gs>
                  <a:gs pos="100000">
                    <a:schemeClr val="tx1">
                      <a:alpha val="39000"/>
                    </a:schemeClr>
                  </a:gs>
                </a:gsLst>
                <a:lin ang="5400000" scaled="1"/>
              </a:gradFill>
              <a:ln>
                <a:noFill/>
              </a:ln>
              <a:effectLst>
                <a:softEdge rad="127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5" name="Flowchart: Manual Operation 24">
                <a:extLst>
                  <a:ext uri="{FF2B5EF4-FFF2-40B4-BE49-F238E27FC236}">
                    <a16:creationId xmlns:a16="http://schemas.microsoft.com/office/drawing/2014/main" id="{31A97FA5-B7C1-4A63-9DFD-0A32DF8B001B}"/>
                  </a:ext>
                </a:extLst>
              </p:cNvPr>
              <p:cNvSpPr/>
              <p:nvPr/>
            </p:nvSpPr>
            <p:spPr>
              <a:xfrm>
                <a:off x="-184150" y="3740828"/>
                <a:ext cx="13550900" cy="832529"/>
              </a:xfrm>
              <a:prstGeom prst="flowChartManualOperation">
                <a:avLst/>
              </a:prstGeom>
              <a:gradFill>
                <a:gsLst>
                  <a:gs pos="65000">
                    <a:schemeClr val="tx1">
                      <a:alpha val="0"/>
                    </a:schemeClr>
                  </a:gs>
                  <a:gs pos="100000">
                    <a:schemeClr val="tx1">
                      <a:alpha val="39000"/>
                    </a:schemeClr>
                  </a:gs>
                </a:gsLst>
                <a:lin ang="5400000" scaled="1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DF0E140A-516F-4CA5-88ED-9BB3022984B8}"/>
                </a:ext>
              </a:extLst>
            </p:cNvPr>
            <p:cNvSpPr>
              <a:spLocks/>
            </p:cNvSpPr>
            <p:nvPr userDrawn="1"/>
          </p:nvSpPr>
          <p:spPr>
            <a:xfrm rot="10800000">
              <a:off x="3228054" y="1182601"/>
              <a:ext cx="6290049" cy="4490032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  <a:effectLst>
              <a:innerShdw blurRad="127000" dist="50800" dir="9180000">
                <a:prstClr val="black">
                  <a:alpha val="6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8C22C93-59DF-4FB1-BD0B-CDEBB9DBAD7C}"/>
                </a:ext>
              </a:extLst>
            </p:cNvPr>
            <p:cNvSpPr>
              <a:spLocks/>
            </p:cNvSpPr>
            <p:nvPr userDrawn="1"/>
          </p:nvSpPr>
          <p:spPr>
            <a:xfrm rot="10800000">
              <a:off x="2773083" y="729000"/>
              <a:ext cx="7199994" cy="4536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17883787-89B6-4895-86A4-C45B57BD0B91}"/>
                </a:ext>
              </a:extLst>
            </p:cNvPr>
            <p:cNvSpPr>
              <a:spLocks/>
            </p:cNvSpPr>
            <p:nvPr userDrawn="1"/>
          </p:nvSpPr>
          <p:spPr>
            <a:xfrm rot="10800000">
              <a:off x="2773083" y="5675400"/>
              <a:ext cx="7199994" cy="4536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5D11119-742D-4F5E-A42E-AB6104CAC6D0}"/>
                </a:ext>
              </a:extLst>
            </p:cNvPr>
            <p:cNvSpPr/>
            <p:nvPr userDrawn="1"/>
          </p:nvSpPr>
          <p:spPr>
            <a:xfrm rot="5400000" flipH="1" flipV="1">
              <a:off x="300574" y="3201509"/>
              <a:ext cx="5400001" cy="454983"/>
            </a:xfrm>
            <a:custGeom>
              <a:avLst/>
              <a:gdLst>
                <a:gd name="connsiteX0" fmla="*/ 5400001 w 5400001"/>
                <a:gd name="connsiteY0" fmla="*/ 0 h 454983"/>
                <a:gd name="connsiteX1" fmla="*/ 4945018 w 5400001"/>
                <a:gd name="connsiteY1" fmla="*/ 454983 h 454983"/>
                <a:gd name="connsiteX2" fmla="*/ 4221873 w 5400001"/>
                <a:gd name="connsiteY2" fmla="*/ 454983 h 454983"/>
                <a:gd name="connsiteX3" fmla="*/ 3148030 w 5400001"/>
                <a:gd name="connsiteY3" fmla="*/ 454983 h 454983"/>
                <a:gd name="connsiteX4" fmla="*/ 2975116 w 5400001"/>
                <a:gd name="connsiteY4" fmla="*/ 454983 h 454983"/>
                <a:gd name="connsiteX5" fmla="*/ 2424886 w 5400001"/>
                <a:gd name="connsiteY5" fmla="*/ 454983 h 454983"/>
                <a:gd name="connsiteX6" fmla="*/ 2251971 w 5400001"/>
                <a:gd name="connsiteY6" fmla="*/ 454983 h 454983"/>
                <a:gd name="connsiteX7" fmla="*/ 1178128 w 5400001"/>
                <a:gd name="connsiteY7" fmla="*/ 454983 h 454983"/>
                <a:gd name="connsiteX8" fmla="*/ 454983 w 5400001"/>
                <a:gd name="connsiteY8" fmla="*/ 454983 h 454983"/>
                <a:gd name="connsiteX9" fmla="*/ 0 w 5400001"/>
                <a:gd name="connsiteY9" fmla="*/ 0 h 454983"/>
                <a:gd name="connsiteX10" fmla="*/ 1178128 w 5400001"/>
                <a:gd name="connsiteY10" fmla="*/ 0 h 454983"/>
                <a:gd name="connsiteX11" fmla="*/ 1796988 w 5400001"/>
                <a:gd name="connsiteY11" fmla="*/ 0 h 454983"/>
                <a:gd name="connsiteX12" fmla="*/ 2424886 w 5400001"/>
                <a:gd name="connsiteY12" fmla="*/ 0 h 454983"/>
                <a:gd name="connsiteX13" fmla="*/ 2975116 w 5400001"/>
                <a:gd name="connsiteY13" fmla="*/ 0 h 454983"/>
                <a:gd name="connsiteX14" fmla="*/ 3603013 w 5400001"/>
                <a:gd name="connsiteY14" fmla="*/ 0 h 454983"/>
                <a:gd name="connsiteX15" fmla="*/ 4221873 w 5400001"/>
                <a:gd name="connsiteY15" fmla="*/ 0 h 45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400001" h="454983">
                  <a:moveTo>
                    <a:pt x="5400001" y="0"/>
                  </a:moveTo>
                  <a:lnTo>
                    <a:pt x="4945018" y="454983"/>
                  </a:lnTo>
                  <a:lnTo>
                    <a:pt x="4221873" y="454983"/>
                  </a:lnTo>
                  <a:lnTo>
                    <a:pt x="3148030" y="454983"/>
                  </a:lnTo>
                  <a:lnTo>
                    <a:pt x="2975116" y="454983"/>
                  </a:lnTo>
                  <a:lnTo>
                    <a:pt x="2424886" y="454983"/>
                  </a:lnTo>
                  <a:lnTo>
                    <a:pt x="2251971" y="454983"/>
                  </a:lnTo>
                  <a:lnTo>
                    <a:pt x="1178128" y="454983"/>
                  </a:lnTo>
                  <a:lnTo>
                    <a:pt x="454983" y="454983"/>
                  </a:lnTo>
                  <a:lnTo>
                    <a:pt x="0" y="0"/>
                  </a:lnTo>
                  <a:lnTo>
                    <a:pt x="1178128" y="0"/>
                  </a:lnTo>
                  <a:lnTo>
                    <a:pt x="1796988" y="0"/>
                  </a:lnTo>
                  <a:lnTo>
                    <a:pt x="2424886" y="0"/>
                  </a:lnTo>
                  <a:lnTo>
                    <a:pt x="2975116" y="0"/>
                  </a:lnTo>
                  <a:lnTo>
                    <a:pt x="3603013" y="0"/>
                  </a:lnTo>
                  <a:lnTo>
                    <a:pt x="4221873" y="0"/>
                  </a:lnTo>
                  <a:close/>
                </a:path>
              </a:pathLst>
            </a:custGeom>
            <a:gradFill>
              <a:gsLst>
                <a:gs pos="0">
                  <a:schemeClr val="tx1">
                    <a:lumMod val="65000"/>
                    <a:lumOff val="35000"/>
                  </a:schemeClr>
                </a:gs>
                <a:gs pos="600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0"/>
            </a:gradFill>
            <a:ln>
              <a:noFill/>
            </a:ln>
            <a:sp3d extrusionH="7429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BE44002-944A-471D-B590-493B7690889E}"/>
                </a:ext>
              </a:extLst>
            </p:cNvPr>
            <p:cNvSpPr/>
            <p:nvPr userDrawn="1"/>
          </p:nvSpPr>
          <p:spPr>
            <a:xfrm rot="5400000">
              <a:off x="7045585" y="3201509"/>
              <a:ext cx="5400001" cy="454983"/>
            </a:xfrm>
            <a:custGeom>
              <a:avLst/>
              <a:gdLst>
                <a:gd name="connsiteX0" fmla="*/ 0 w 5400001"/>
                <a:gd name="connsiteY0" fmla="*/ 0 h 454983"/>
                <a:gd name="connsiteX1" fmla="*/ 1178128 w 5400001"/>
                <a:gd name="connsiteY1" fmla="*/ 0 h 454983"/>
                <a:gd name="connsiteX2" fmla="*/ 1796988 w 5400001"/>
                <a:gd name="connsiteY2" fmla="*/ 0 h 454983"/>
                <a:gd name="connsiteX3" fmla="*/ 2424886 w 5400001"/>
                <a:gd name="connsiteY3" fmla="*/ 0 h 454983"/>
                <a:gd name="connsiteX4" fmla="*/ 2975116 w 5400001"/>
                <a:gd name="connsiteY4" fmla="*/ 0 h 454983"/>
                <a:gd name="connsiteX5" fmla="*/ 3603013 w 5400001"/>
                <a:gd name="connsiteY5" fmla="*/ 0 h 454983"/>
                <a:gd name="connsiteX6" fmla="*/ 4221874 w 5400001"/>
                <a:gd name="connsiteY6" fmla="*/ 0 h 454983"/>
                <a:gd name="connsiteX7" fmla="*/ 5400001 w 5400001"/>
                <a:gd name="connsiteY7" fmla="*/ 0 h 454983"/>
                <a:gd name="connsiteX8" fmla="*/ 4945018 w 5400001"/>
                <a:gd name="connsiteY8" fmla="*/ 454983 h 454983"/>
                <a:gd name="connsiteX9" fmla="*/ 4221874 w 5400001"/>
                <a:gd name="connsiteY9" fmla="*/ 454983 h 454983"/>
                <a:gd name="connsiteX10" fmla="*/ 3148030 w 5400001"/>
                <a:gd name="connsiteY10" fmla="*/ 454983 h 454983"/>
                <a:gd name="connsiteX11" fmla="*/ 2975116 w 5400001"/>
                <a:gd name="connsiteY11" fmla="*/ 454983 h 454983"/>
                <a:gd name="connsiteX12" fmla="*/ 2424886 w 5400001"/>
                <a:gd name="connsiteY12" fmla="*/ 454983 h 454983"/>
                <a:gd name="connsiteX13" fmla="*/ 2251971 w 5400001"/>
                <a:gd name="connsiteY13" fmla="*/ 454983 h 454983"/>
                <a:gd name="connsiteX14" fmla="*/ 1178128 w 5400001"/>
                <a:gd name="connsiteY14" fmla="*/ 454983 h 454983"/>
                <a:gd name="connsiteX15" fmla="*/ 454983 w 5400001"/>
                <a:gd name="connsiteY15" fmla="*/ 454983 h 45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400001" h="454983">
                  <a:moveTo>
                    <a:pt x="0" y="0"/>
                  </a:moveTo>
                  <a:lnTo>
                    <a:pt x="1178128" y="0"/>
                  </a:lnTo>
                  <a:lnTo>
                    <a:pt x="1796988" y="0"/>
                  </a:lnTo>
                  <a:lnTo>
                    <a:pt x="2424886" y="0"/>
                  </a:lnTo>
                  <a:lnTo>
                    <a:pt x="2975116" y="0"/>
                  </a:lnTo>
                  <a:lnTo>
                    <a:pt x="3603013" y="0"/>
                  </a:lnTo>
                  <a:lnTo>
                    <a:pt x="4221874" y="0"/>
                  </a:lnTo>
                  <a:lnTo>
                    <a:pt x="5400001" y="0"/>
                  </a:lnTo>
                  <a:lnTo>
                    <a:pt x="4945018" y="454983"/>
                  </a:lnTo>
                  <a:lnTo>
                    <a:pt x="4221874" y="454983"/>
                  </a:lnTo>
                  <a:lnTo>
                    <a:pt x="3148030" y="454983"/>
                  </a:lnTo>
                  <a:lnTo>
                    <a:pt x="2975116" y="454983"/>
                  </a:lnTo>
                  <a:lnTo>
                    <a:pt x="2424886" y="454983"/>
                  </a:lnTo>
                  <a:lnTo>
                    <a:pt x="2251971" y="454983"/>
                  </a:lnTo>
                  <a:lnTo>
                    <a:pt x="1178128" y="454983"/>
                  </a:lnTo>
                  <a:lnTo>
                    <a:pt x="454983" y="454983"/>
                  </a:lnTo>
                  <a:close/>
                </a:path>
              </a:pathLst>
            </a:custGeom>
            <a:gradFill>
              <a:gsLst>
                <a:gs pos="0">
                  <a:schemeClr val="tx1">
                    <a:lumMod val="65000"/>
                    <a:lumOff val="35000"/>
                  </a:schemeClr>
                </a:gs>
                <a:gs pos="600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FCD47D1-AEA6-4D74-AEE2-456D52615CCB}"/>
                </a:ext>
              </a:extLst>
            </p:cNvPr>
            <p:cNvSpPr/>
            <p:nvPr userDrawn="1"/>
          </p:nvSpPr>
          <p:spPr>
            <a:xfrm rot="10800000" flipV="1">
              <a:off x="2773083" y="729001"/>
              <a:ext cx="7199994" cy="454983"/>
            </a:xfrm>
            <a:custGeom>
              <a:avLst/>
              <a:gdLst>
                <a:gd name="connsiteX0" fmla="*/ 7199994 w 7199994"/>
                <a:gd name="connsiteY0" fmla="*/ 0 h 454983"/>
                <a:gd name="connsiteX1" fmla="*/ 5003045 w 7199994"/>
                <a:gd name="connsiteY1" fmla="*/ 0 h 454983"/>
                <a:gd name="connsiteX2" fmla="*/ 4775114 w 7199994"/>
                <a:gd name="connsiteY2" fmla="*/ 0 h 454983"/>
                <a:gd name="connsiteX3" fmla="*/ 4621829 w 7199994"/>
                <a:gd name="connsiteY3" fmla="*/ 0 h 454983"/>
                <a:gd name="connsiteX4" fmla="*/ 2578165 w 7199994"/>
                <a:gd name="connsiteY4" fmla="*/ 0 h 454983"/>
                <a:gd name="connsiteX5" fmla="*/ 2424880 w 7199994"/>
                <a:gd name="connsiteY5" fmla="*/ 0 h 454983"/>
                <a:gd name="connsiteX6" fmla="*/ 2196949 w 7199994"/>
                <a:gd name="connsiteY6" fmla="*/ 0 h 454983"/>
                <a:gd name="connsiteX7" fmla="*/ 0 w 7199994"/>
                <a:gd name="connsiteY7" fmla="*/ 0 h 454983"/>
                <a:gd name="connsiteX8" fmla="*/ 454979 w 7199994"/>
                <a:gd name="connsiteY8" fmla="*/ 454983 h 454983"/>
                <a:gd name="connsiteX9" fmla="*/ 2196949 w 7199994"/>
                <a:gd name="connsiteY9" fmla="*/ 454983 h 454983"/>
                <a:gd name="connsiteX10" fmla="*/ 2424880 w 7199994"/>
                <a:gd name="connsiteY10" fmla="*/ 454983 h 454983"/>
                <a:gd name="connsiteX11" fmla="*/ 3033144 w 7199994"/>
                <a:gd name="connsiteY11" fmla="*/ 454983 h 454983"/>
                <a:gd name="connsiteX12" fmla="*/ 4166850 w 7199994"/>
                <a:gd name="connsiteY12" fmla="*/ 454983 h 454983"/>
                <a:gd name="connsiteX13" fmla="*/ 4775114 w 7199994"/>
                <a:gd name="connsiteY13" fmla="*/ 454983 h 454983"/>
                <a:gd name="connsiteX14" fmla="*/ 5003045 w 7199994"/>
                <a:gd name="connsiteY14" fmla="*/ 454983 h 454983"/>
                <a:gd name="connsiteX15" fmla="*/ 6745015 w 7199994"/>
                <a:gd name="connsiteY15" fmla="*/ 454983 h 45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199994" h="454983">
                  <a:moveTo>
                    <a:pt x="7199994" y="0"/>
                  </a:moveTo>
                  <a:lnTo>
                    <a:pt x="5003045" y="0"/>
                  </a:lnTo>
                  <a:lnTo>
                    <a:pt x="4775114" y="0"/>
                  </a:lnTo>
                  <a:lnTo>
                    <a:pt x="4621829" y="0"/>
                  </a:lnTo>
                  <a:lnTo>
                    <a:pt x="2578165" y="0"/>
                  </a:lnTo>
                  <a:lnTo>
                    <a:pt x="2424880" y="0"/>
                  </a:lnTo>
                  <a:lnTo>
                    <a:pt x="2196949" y="0"/>
                  </a:lnTo>
                  <a:lnTo>
                    <a:pt x="0" y="0"/>
                  </a:lnTo>
                  <a:lnTo>
                    <a:pt x="454979" y="454983"/>
                  </a:lnTo>
                  <a:lnTo>
                    <a:pt x="2196949" y="454983"/>
                  </a:lnTo>
                  <a:lnTo>
                    <a:pt x="2424880" y="454983"/>
                  </a:lnTo>
                  <a:lnTo>
                    <a:pt x="3033144" y="454983"/>
                  </a:lnTo>
                  <a:lnTo>
                    <a:pt x="4166850" y="454983"/>
                  </a:lnTo>
                  <a:lnTo>
                    <a:pt x="4775114" y="454983"/>
                  </a:lnTo>
                  <a:lnTo>
                    <a:pt x="5003045" y="454983"/>
                  </a:lnTo>
                  <a:lnTo>
                    <a:pt x="6745015" y="454983"/>
                  </a:lnTo>
                  <a:close/>
                </a:path>
              </a:pathLst>
            </a:custGeom>
            <a:gradFill>
              <a:gsLst>
                <a:gs pos="0">
                  <a:schemeClr val="tx1">
                    <a:lumMod val="65000"/>
                    <a:lumOff val="35000"/>
                  </a:schemeClr>
                </a:gs>
                <a:gs pos="600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5ECF369B-D5BA-448E-87FF-37481AE2EA5E}"/>
                </a:ext>
              </a:extLst>
            </p:cNvPr>
            <p:cNvSpPr/>
            <p:nvPr userDrawn="1"/>
          </p:nvSpPr>
          <p:spPr>
            <a:xfrm rot="10800000">
              <a:off x="2773083" y="5674017"/>
              <a:ext cx="7199994" cy="454983"/>
            </a:xfrm>
            <a:custGeom>
              <a:avLst/>
              <a:gdLst>
                <a:gd name="connsiteX0" fmla="*/ 6745015 w 7199994"/>
                <a:gd name="connsiteY0" fmla="*/ 454983 h 454983"/>
                <a:gd name="connsiteX1" fmla="*/ 5003045 w 7199994"/>
                <a:gd name="connsiteY1" fmla="*/ 454983 h 454983"/>
                <a:gd name="connsiteX2" fmla="*/ 4775114 w 7199994"/>
                <a:gd name="connsiteY2" fmla="*/ 454983 h 454983"/>
                <a:gd name="connsiteX3" fmla="*/ 4166850 w 7199994"/>
                <a:gd name="connsiteY3" fmla="*/ 454983 h 454983"/>
                <a:gd name="connsiteX4" fmla="*/ 3033144 w 7199994"/>
                <a:gd name="connsiteY4" fmla="*/ 454983 h 454983"/>
                <a:gd name="connsiteX5" fmla="*/ 2424880 w 7199994"/>
                <a:gd name="connsiteY5" fmla="*/ 454983 h 454983"/>
                <a:gd name="connsiteX6" fmla="*/ 2196949 w 7199994"/>
                <a:gd name="connsiteY6" fmla="*/ 454983 h 454983"/>
                <a:gd name="connsiteX7" fmla="*/ 454979 w 7199994"/>
                <a:gd name="connsiteY7" fmla="*/ 454983 h 454983"/>
                <a:gd name="connsiteX8" fmla="*/ 0 w 7199994"/>
                <a:gd name="connsiteY8" fmla="*/ 0 h 454983"/>
                <a:gd name="connsiteX9" fmla="*/ 2196949 w 7199994"/>
                <a:gd name="connsiteY9" fmla="*/ 0 h 454983"/>
                <a:gd name="connsiteX10" fmla="*/ 2424880 w 7199994"/>
                <a:gd name="connsiteY10" fmla="*/ 0 h 454983"/>
                <a:gd name="connsiteX11" fmla="*/ 2578165 w 7199994"/>
                <a:gd name="connsiteY11" fmla="*/ 0 h 454983"/>
                <a:gd name="connsiteX12" fmla="*/ 4621829 w 7199994"/>
                <a:gd name="connsiteY12" fmla="*/ 0 h 454983"/>
                <a:gd name="connsiteX13" fmla="*/ 4775114 w 7199994"/>
                <a:gd name="connsiteY13" fmla="*/ 0 h 454983"/>
                <a:gd name="connsiteX14" fmla="*/ 5003045 w 7199994"/>
                <a:gd name="connsiteY14" fmla="*/ 0 h 454983"/>
                <a:gd name="connsiteX15" fmla="*/ 7199994 w 7199994"/>
                <a:gd name="connsiteY15" fmla="*/ 0 h 45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199994" h="454983">
                  <a:moveTo>
                    <a:pt x="6745015" y="454983"/>
                  </a:moveTo>
                  <a:lnTo>
                    <a:pt x="5003045" y="454983"/>
                  </a:lnTo>
                  <a:lnTo>
                    <a:pt x="4775114" y="454983"/>
                  </a:lnTo>
                  <a:lnTo>
                    <a:pt x="4166850" y="454983"/>
                  </a:lnTo>
                  <a:lnTo>
                    <a:pt x="3033144" y="454983"/>
                  </a:lnTo>
                  <a:lnTo>
                    <a:pt x="2424880" y="454983"/>
                  </a:lnTo>
                  <a:lnTo>
                    <a:pt x="2196949" y="454983"/>
                  </a:lnTo>
                  <a:lnTo>
                    <a:pt x="454979" y="454983"/>
                  </a:lnTo>
                  <a:lnTo>
                    <a:pt x="0" y="0"/>
                  </a:lnTo>
                  <a:lnTo>
                    <a:pt x="2196949" y="0"/>
                  </a:lnTo>
                  <a:lnTo>
                    <a:pt x="2424880" y="0"/>
                  </a:lnTo>
                  <a:lnTo>
                    <a:pt x="2578165" y="0"/>
                  </a:lnTo>
                  <a:lnTo>
                    <a:pt x="4621829" y="0"/>
                  </a:lnTo>
                  <a:lnTo>
                    <a:pt x="4775114" y="0"/>
                  </a:lnTo>
                  <a:lnTo>
                    <a:pt x="5003045" y="0"/>
                  </a:lnTo>
                  <a:lnTo>
                    <a:pt x="7199994" y="0"/>
                  </a:lnTo>
                  <a:close/>
                </a:path>
              </a:pathLst>
            </a:custGeom>
            <a:gradFill>
              <a:gsLst>
                <a:gs pos="0">
                  <a:schemeClr val="tx1">
                    <a:lumMod val="65000"/>
                    <a:lumOff val="35000"/>
                  </a:schemeClr>
                </a:gs>
                <a:gs pos="600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BAD2D318-BFEE-4612-AED6-480A167D1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6800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BC39F1D-C820-412F-B437-D13B9635D01A}"/>
              </a:ext>
            </a:extLst>
          </p:cNvPr>
          <p:cNvGrpSpPr/>
          <p:nvPr userDrawn="1"/>
        </p:nvGrpSpPr>
        <p:grpSpPr>
          <a:xfrm>
            <a:off x="7394388" y="1210839"/>
            <a:ext cx="5555978" cy="4908423"/>
            <a:chOff x="5705617" y="321371"/>
            <a:chExt cx="7395007" cy="6533110"/>
          </a:xfrm>
        </p:grpSpPr>
        <p:grpSp>
          <p:nvGrpSpPr>
            <p:cNvPr id="24" name="Group 23" descr="Frame Shadow Back">
              <a:extLst>
                <a:ext uri="{FF2B5EF4-FFF2-40B4-BE49-F238E27FC236}">
                  <a16:creationId xmlns:a16="http://schemas.microsoft.com/office/drawing/2014/main" id="{7654FA6A-258B-4225-B4D1-091F8C1A0395}"/>
                </a:ext>
              </a:extLst>
            </p:cNvPr>
            <p:cNvGrpSpPr/>
            <p:nvPr userDrawn="1"/>
          </p:nvGrpSpPr>
          <p:grpSpPr>
            <a:xfrm>
              <a:off x="5705617" y="5465933"/>
              <a:ext cx="7395007" cy="887510"/>
              <a:chOff x="-184150" y="3740827"/>
              <a:chExt cx="13550900" cy="914402"/>
            </a:xfrm>
          </p:grpSpPr>
          <p:sp>
            <p:nvSpPr>
              <p:cNvPr id="33" name="Flowchart: Manual Operation 32">
                <a:extLst>
                  <a:ext uri="{FF2B5EF4-FFF2-40B4-BE49-F238E27FC236}">
                    <a16:creationId xmlns:a16="http://schemas.microsoft.com/office/drawing/2014/main" id="{587EDDB2-D7B6-4025-B0ED-429F6E8BF07B}"/>
                  </a:ext>
                </a:extLst>
              </p:cNvPr>
              <p:cNvSpPr/>
              <p:nvPr/>
            </p:nvSpPr>
            <p:spPr>
              <a:xfrm>
                <a:off x="-184150" y="3822700"/>
                <a:ext cx="13550900" cy="832529"/>
              </a:xfrm>
              <a:prstGeom prst="flowChartManualOperation">
                <a:avLst/>
              </a:prstGeom>
              <a:gradFill>
                <a:gsLst>
                  <a:gs pos="0">
                    <a:schemeClr val="tx1">
                      <a:alpha val="0"/>
                    </a:schemeClr>
                  </a:gs>
                  <a:gs pos="100000">
                    <a:schemeClr val="tx1">
                      <a:alpha val="39000"/>
                    </a:schemeClr>
                  </a:gs>
                </a:gsLst>
                <a:lin ang="5400000" scaled="1"/>
              </a:gradFill>
              <a:ln>
                <a:noFill/>
              </a:ln>
              <a:effectLst>
                <a:softEdge rad="127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42" name="Flowchart: Manual Operation 41">
                <a:extLst>
                  <a:ext uri="{FF2B5EF4-FFF2-40B4-BE49-F238E27FC236}">
                    <a16:creationId xmlns:a16="http://schemas.microsoft.com/office/drawing/2014/main" id="{66550602-86D7-4FB1-912A-B6C604C18B9A}"/>
                  </a:ext>
                </a:extLst>
              </p:cNvPr>
              <p:cNvSpPr/>
              <p:nvPr/>
            </p:nvSpPr>
            <p:spPr>
              <a:xfrm>
                <a:off x="-184150" y="3740828"/>
                <a:ext cx="13550900" cy="832529"/>
              </a:xfrm>
              <a:prstGeom prst="flowChartManualOperation">
                <a:avLst/>
              </a:prstGeom>
              <a:gradFill>
                <a:gsLst>
                  <a:gs pos="65000">
                    <a:schemeClr val="tx1">
                      <a:alpha val="0"/>
                    </a:schemeClr>
                  </a:gs>
                  <a:gs pos="100000">
                    <a:schemeClr val="tx1">
                      <a:alpha val="39000"/>
                    </a:schemeClr>
                  </a:gs>
                </a:gsLst>
                <a:lin ang="5400000" scaled="1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43" name="Rectangle: Rounded Corners 42" descr="Frame Shadow Front">
              <a:extLst>
                <a:ext uri="{FF2B5EF4-FFF2-40B4-BE49-F238E27FC236}">
                  <a16:creationId xmlns:a16="http://schemas.microsoft.com/office/drawing/2014/main" id="{B201A395-6BA0-4632-8589-100F6C652062}"/>
                </a:ext>
              </a:extLst>
            </p:cNvPr>
            <p:cNvSpPr/>
            <p:nvPr userDrawn="1"/>
          </p:nvSpPr>
          <p:spPr>
            <a:xfrm>
              <a:off x="6251219" y="6097637"/>
              <a:ext cx="6099893" cy="756844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6000"/>
              </a:schemeClr>
            </a:soli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258AB580-9BFF-4F3F-B4FB-B371448722F4}"/>
                </a:ext>
              </a:extLst>
            </p:cNvPr>
            <p:cNvSpPr>
              <a:spLocks/>
            </p:cNvSpPr>
            <p:nvPr userDrawn="1"/>
          </p:nvSpPr>
          <p:spPr>
            <a:xfrm rot="16200000" flipH="1">
              <a:off x="6818645" y="1441192"/>
              <a:ext cx="5198387" cy="371077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  <a:effectLst>
              <a:innerShdw blurRad="127000" dist="50800" dir="9180000">
                <a:prstClr val="black">
                  <a:alpha val="6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C6381E2B-F4C7-4888-BE4C-0C30BAF9E1C7}"/>
                </a:ext>
              </a:extLst>
            </p:cNvPr>
            <p:cNvSpPr>
              <a:spLocks/>
            </p:cNvSpPr>
            <p:nvPr userDrawn="1"/>
          </p:nvSpPr>
          <p:spPr>
            <a:xfrm rot="16200000" flipH="1">
              <a:off x="8485457" y="3109137"/>
              <a:ext cx="5950408" cy="37487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9FB581C7-3465-4A57-8F06-B5984E0844C8}"/>
                </a:ext>
              </a:extLst>
            </p:cNvPr>
            <p:cNvSpPr>
              <a:spLocks/>
            </p:cNvSpPr>
            <p:nvPr userDrawn="1"/>
          </p:nvSpPr>
          <p:spPr>
            <a:xfrm rot="16200000" flipH="1">
              <a:off x="4397524" y="3109137"/>
              <a:ext cx="5950408" cy="37487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B087864E-9B1D-488F-972F-0F944D89B851}"/>
                </a:ext>
              </a:extLst>
            </p:cNvPr>
            <p:cNvSpPr/>
            <p:nvPr userDrawn="1"/>
          </p:nvSpPr>
          <p:spPr>
            <a:xfrm flipV="1">
              <a:off x="7185290" y="5895761"/>
              <a:ext cx="4462811" cy="376019"/>
            </a:xfrm>
            <a:custGeom>
              <a:avLst/>
              <a:gdLst>
                <a:gd name="connsiteX0" fmla="*/ 5400001 w 5400001"/>
                <a:gd name="connsiteY0" fmla="*/ 0 h 454983"/>
                <a:gd name="connsiteX1" fmla="*/ 4945018 w 5400001"/>
                <a:gd name="connsiteY1" fmla="*/ 454983 h 454983"/>
                <a:gd name="connsiteX2" fmla="*/ 4221873 w 5400001"/>
                <a:gd name="connsiteY2" fmla="*/ 454983 h 454983"/>
                <a:gd name="connsiteX3" fmla="*/ 3148030 w 5400001"/>
                <a:gd name="connsiteY3" fmla="*/ 454983 h 454983"/>
                <a:gd name="connsiteX4" fmla="*/ 2975116 w 5400001"/>
                <a:gd name="connsiteY4" fmla="*/ 454983 h 454983"/>
                <a:gd name="connsiteX5" fmla="*/ 2424886 w 5400001"/>
                <a:gd name="connsiteY5" fmla="*/ 454983 h 454983"/>
                <a:gd name="connsiteX6" fmla="*/ 2251971 w 5400001"/>
                <a:gd name="connsiteY6" fmla="*/ 454983 h 454983"/>
                <a:gd name="connsiteX7" fmla="*/ 1178128 w 5400001"/>
                <a:gd name="connsiteY7" fmla="*/ 454983 h 454983"/>
                <a:gd name="connsiteX8" fmla="*/ 454983 w 5400001"/>
                <a:gd name="connsiteY8" fmla="*/ 454983 h 454983"/>
                <a:gd name="connsiteX9" fmla="*/ 0 w 5400001"/>
                <a:gd name="connsiteY9" fmla="*/ 0 h 454983"/>
                <a:gd name="connsiteX10" fmla="*/ 1178128 w 5400001"/>
                <a:gd name="connsiteY10" fmla="*/ 0 h 454983"/>
                <a:gd name="connsiteX11" fmla="*/ 1796988 w 5400001"/>
                <a:gd name="connsiteY11" fmla="*/ 0 h 454983"/>
                <a:gd name="connsiteX12" fmla="*/ 2424886 w 5400001"/>
                <a:gd name="connsiteY12" fmla="*/ 0 h 454983"/>
                <a:gd name="connsiteX13" fmla="*/ 2975116 w 5400001"/>
                <a:gd name="connsiteY13" fmla="*/ 0 h 454983"/>
                <a:gd name="connsiteX14" fmla="*/ 3603013 w 5400001"/>
                <a:gd name="connsiteY14" fmla="*/ 0 h 454983"/>
                <a:gd name="connsiteX15" fmla="*/ 4221873 w 5400001"/>
                <a:gd name="connsiteY15" fmla="*/ 0 h 45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400001" h="454983">
                  <a:moveTo>
                    <a:pt x="5400001" y="0"/>
                  </a:moveTo>
                  <a:lnTo>
                    <a:pt x="4945018" y="454983"/>
                  </a:lnTo>
                  <a:lnTo>
                    <a:pt x="4221873" y="454983"/>
                  </a:lnTo>
                  <a:lnTo>
                    <a:pt x="3148030" y="454983"/>
                  </a:lnTo>
                  <a:lnTo>
                    <a:pt x="2975116" y="454983"/>
                  </a:lnTo>
                  <a:lnTo>
                    <a:pt x="2424886" y="454983"/>
                  </a:lnTo>
                  <a:lnTo>
                    <a:pt x="2251971" y="454983"/>
                  </a:lnTo>
                  <a:lnTo>
                    <a:pt x="1178128" y="454983"/>
                  </a:lnTo>
                  <a:lnTo>
                    <a:pt x="454983" y="454983"/>
                  </a:lnTo>
                  <a:lnTo>
                    <a:pt x="0" y="0"/>
                  </a:lnTo>
                  <a:lnTo>
                    <a:pt x="1178128" y="0"/>
                  </a:lnTo>
                  <a:lnTo>
                    <a:pt x="1796988" y="0"/>
                  </a:lnTo>
                  <a:lnTo>
                    <a:pt x="2424886" y="0"/>
                  </a:lnTo>
                  <a:lnTo>
                    <a:pt x="2975116" y="0"/>
                  </a:lnTo>
                  <a:lnTo>
                    <a:pt x="3603013" y="0"/>
                  </a:lnTo>
                  <a:lnTo>
                    <a:pt x="4221873" y="0"/>
                  </a:lnTo>
                  <a:close/>
                </a:path>
              </a:pathLst>
            </a:custGeom>
            <a:gradFill>
              <a:gsLst>
                <a:gs pos="0">
                  <a:schemeClr val="tx1">
                    <a:lumMod val="65000"/>
                    <a:lumOff val="35000"/>
                  </a:schemeClr>
                </a:gs>
                <a:gs pos="600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9A1434A6-2071-4729-928F-7EBBA5C6AAC8}"/>
                </a:ext>
              </a:extLst>
            </p:cNvPr>
            <p:cNvSpPr/>
            <p:nvPr userDrawn="1"/>
          </p:nvSpPr>
          <p:spPr>
            <a:xfrm flipH="1">
              <a:off x="7185288" y="321372"/>
              <a:ext cx="4462811" cy="376019"/>
            </a:xfrm>
            <a:custGeom>
              <a:avLst/>
              <a:gdLst>
                <a:gd name="connsiteX0" fmla="*/ 0 w 5400001"/>
                <a:gd name="connsiteY0" fmla="*/ 0 h 454983"/>
                <a:gd name="connsiteX1" fmla="*/ 1178128 w 5400001"/>
                <a:gd name="connsiteY1" fmla="*/ 0 h 454983"/>
                <a:gd name="connsiteX2" fmla="*/ 1796988 w 5400001"/>
                <a:gd name="connsiteY2" fmla="*/ 0 h 454983"/>
                <a:gd name="connsiteX3" fmla="*/ 2424886 w 5400001"/>
                <a:gd name="connsiteY3" fmla="*/ 0 h 454983"/>
                <a:gd name="connsiteX4" fmla="*/ 2975116 w 5400001"/>
                <a:gd name="connsiteY4" fmla="*/ 0 h 454983"/>
                <a:gd name="connsiteX5" fmla="*/ 3603013 w 5400001"/>
                <a:gd name="connsiteY5" fmla="*/ 0 h 454983"/>
                <a:gd name="connsiteX6" fmla="*/ 4221874 w 5400001"/>
                <a:gd name="connsiteY6" fmla="*/ 0 h 454983"/>
                <a:gd name="connsiteX7" fmla="*/ 5400001 w 5400001"/>
                <a:gd name="connsiteY7" fmla="*/ 0 h 454983"/>
                <a:gd name="connsiteX8" fmla="*/ 4945018 w 5400001"/>
                <a:gd name="connsiteY8" fmla="*/ 454983 h 454983"/>
                <a:gd name="connsiteX9" fmla="*/ 4221874 w 5400001"/>
                <a:gd name="connsiteY9" fmla="*/ 454983 h 454983"/>
                <a:gd name="connsiteX10" fmla="*/ 3148030 w 5400001"/>
                <a:gd name="connsiteY10" fmla="*/ 454983 h 454983"/>
                <a:gd name="connsiteX11" fmla="*/ 2975116 w 5400001"/>
                <a:gd name="connsiteY11" fmla="*/ 454983 h 454983"/>
                <a:gd name="connsiteX12" fmla="*/ 2424886 w 5400001"/>
                <a:gd name="connsiteY12" fmla="*/ 454983 h 454983"/>
                <a:gd name="connsiteX13" fmla="*/ 2251971 w 5400001"/>
                <a:gd name="connsiteY13" fmla="*/ 454983 h 454983"/>
                <a:gd name="connsiteX14" fmla="*/ 1178128 w 5400001"/>
                <a:gd name="connsiteY14" fmla="*/ 454983 h 454983"/>
                <a:gd name="connsiteX15" fmla="*/ 454983 w 5400001"/>
                <a:gd name="connsiteY15" fmla="*/ 454983 h 45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400001" h="454983">
                  <a:moveTo>
                    <a:pt x="0" y="0"/>
                  </a:moveTo>
                  <a:lnTo>
                    <a:pt x="1178128" y="0"/>
                  </a:lnTo>
                  <a:lnTo>
                    <a:pt x="1796988" y="0"/>
                  </a:lnTo>
                  <a:lnTo>
                    <a:pt x="2424886" y="0"/>
                  </a:lnTo>
                  <a:lnTo>
                    <a:pt x="2975116" y="0"/>
                  </a:lnTo>
                  <a:lnTo>
                    <a:pt x="3603013" y="0"/>
                  </a:lnTo>
                  <a:lnTo>
                    <a:pt x="4221874" y="0"/>
                  </a:lnTo>
                  <a:lnTo>
                    <a:pt x="5400001" y="0"/>
                  </a:lnTo>
                  <a:lnTo>
                    <a:pt x="4945018" y="454983"/>
                  </a:lnTo>
                  <a:lnTo>
                    <a:pt x="4221874" y="454983"/>
                  </a:lnTo>
                  <a:lnTo>
                    <a:pt x="3148030" y="454983"/>
                  </a:lnTo>
                  <a:lnTo>
                    <a:pt x="2975116" y="454983"/>
                  </a:lnTo>
                  <a:lnTo>
                    <a:pt x="2424886" y="454983"/>
                  </a:lnTo>
                  <a:lnTo>
                    <a:pt x="2251971" y="454983"/>
                  </a:lnTo>
                  <a:lnTo>
                    <a:pt x="1178128" y="454983"/>
                  </a:lnTo>
                  <a:lnTo>
                    <a:pt x="454983" y="454983"/>
                  </a:lnTo>
                  <a:close/>
                </a:path>
              </a:pathLst>
            </a:custGeom>
            <a:gradFill>
              <a:gsLst>
                <a:gs pos="0">
                  <a:schemeClr val="tx1">
                    <a:lumMod val="65000"/>
                    <a:lumOff val="35000"/>
                  </a:schemeClr>
                </a:gs>
                <a:gs pos="600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F1343AE7-7EF8-48EC-A03A-EB1190060FDA}"/>
                </a:ext>
              </a:extLst>
            </p:cNvPr>
            <p:cNvSpPr/>
            <p:nvPr userDrawn="1"/>
          </p:nvSpPr>
          <p:spPr>
            <a:xfrm rot="16200000" flipH="1" flipV="1">
              <a:off x="8484885" y="3108566"/>
              <a:ext cx="5950408" cy="376019"/>
            </a:xfrm>
            <a:custGeom>
              <a:avLst/>
              <a:gdLst>
                <a:gd name="connsiteX0" fmla="*/ 7199994 w 7199994"/>
                <a:gd name="connsiteY0" fmla="*/ 0 h 454983"/>
                <a:gd name="connsiteX1" fmla="*/ 5003045 w 7199994"/>
                <a:gd name="connsiteY1" fmla="*/ 0 h 454983"/>
                <a:gd name="connsiteX2" fmla="*/ 4775114 w 7199994"/>
                <a:gd name="connsiteY2" fmla="*/ 0 h 454983"/>
                <a:gd name="connsiteX3" fmla="*/ 4621829 w 7199994"/>
                <a:gd name="connsiteY3" fmla="*/ 0 h 454983"/>
                <a:gd name="connsiteX4" fmla="*/ 2578165 w 7199994"/>
                <a:gd name="connsiteY4" fmla="*/ 0 h 454983"/>
                <a:gd name="connsiteX5" fmla="*/ 2424880 w 7199994"/>
                <a:gd name="connsiteY5" fmla="*/ 0 h 454983"/>
                <a:gd name="connsiteX6" fmla="*/ 2196949 w 7199994"/>
                <a:gd name="connsiteY6" fmla="*/ 0 h 454983"/>
                <a:gd name="connsiteX7" fmla="*/ 0 w 7199994"/>
                <a:gd name="connsiteY7" fmla="*/ 0 h 454983"/>
                <a:gd name="connsiteX8" fmla="*/ 454979 w 7199994"/>
                <a:gd name="connsiteY8" fmla="*/ 454983 h 454983"/>
                <a:gd name="connsiteX9" fmla="*/ 2196949 w 7199994"/>
                <a:gd name="connsiteY9" fmla="*/ 454983 h 454983"/>
                <a:gd name="connsiteX10" fmla="*/ 2424880 w 7199994"/>
                <a:gd name="connsiteY10" fmla="*/ 454983 h 454983"/>
                <a:gd name="connsiteX11" fmla="*/ 3033144 w 7199994"/>
                <a:gd name="connsiteY11" fmla="*/ 454983 h 454983"/>
                <a:gd name="connsiteX12" fmla="*/ 4166850 w 7199994"/>
                <a:gd name="connsiteY12" fmla="*/ 454983 h 454983"/>
                <a:gd name="connsiteX13" fmla="*/ 4775114 w 7199994"/>
                <a:gd name="connsiteY13" fmla="*/ 454983 h 454983"/>
                <a:gd name="connsiteX14" fmla="*/ 5003045 w 7199994"/>
                <a:gd name="connsiteY14" fmla="*/ 454983 h 454983"/>
                <a:gd name="connsiteX15" fmla="*/ 6745015 w 7199994"/>
                <a:gd name="connsiteY15" fmla="*/ 454983 h 45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199994" h="454983">
                  <a:moveTo>
                    <a:pt x="7199994" y="0"/>
                  </a:moveTo>
                  <a:lnTo>
                    <a:pt x="5003045" y="0"/>
                  </a:lnTo>
                  <a:lnTo>
                    <a:pt x="4775114" y="0"/>
                  </a:lnTo>
                  <a:lnTo>
                    <a:pt x="4621829" y="0"/>
                  </a:lnTo>
                  <a:lnTo>
                    <a:pt x="2578165" y="0"/>
                  </a:lnTo>
                  <a:lnTo>
                    <a:pt x="2424880" y="0"/>
                  </a:lnTo>
                  <a:lnTo>
                    <a:pt x="2196949" y="0"/>
                  </a:lnTo>
                  <a:lnTo>
                    <a:pt x="0" y="0"/>
                  </a:lnTo>
                  <a:lnTo>
                    <a:pt x="454979" y="454983"/>
                  </a:lnTo>
                  <a:lnTo>
                    <a:pt x="2196949" y="454983"/>
                  </a:lnTo>
                  <a:lnTo>
                    <a:pt x="2424880" y="454983"/>
                  </a:lnTo>
                  <a:lnTo>
                    <a:pt x="3033144" y="454983"/>
                  </a:lnTo>
                  <a:lnTo>
                    <a:pt x="4166850" y="454983"/>
                  </a:lnTo>
                  <a:lnTo>
                    <a:pt x="4775114" y="454983"/>
                  </a:lnTo>
                  <a:lnTo>
                    <a:pt x="5003045" y="454983"/>
                  </a:lnTo>
                  <a:lnTo>
                    <a:pt x="6745015" y="454983"/>
                  </a:lnTo>
                  <a:close/>
                </a:path>
              </a:pathLst>
            </a:custGeom>
            <a:gradFill>
              <a:gsLst>
                <a:gs pos="0">
                  <a:schemeClr val="tx1">
                    <a:lumMod val="65000"/>
                    <a:lumOff val="35000"/>
                  </a:schemeClr>
                </a:gs>
                <a:gs pos="600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B085F18C-4323-444F-9D2E-FA18DB98AB23}"/>
                </a:ext>
              </a:extLst>
            </p:cNvPr>
            <p:cNvSpPr/>
            <p:nvPr userDrawn="1"/>
          </p:nvSpPr>
          <p:spPr>
            <a:xfrm rot="16200000" flipH="1">
              <a:off x="4398095" y="3108565"/>
              <a:ext cx="5950408" cy="376019"/>
            </a:xfrm>
            <a:custGeom>
              <a:avLst/>
              <a:gdLst>
                <a:gd name="connsiteX0" fmla="*/ 6745015 w 7199994"/>
                <a:gd name="connsiteY0" fmla="*/ 454983 h 454983"/>
                <a:gd name="connsiteX1" fmla="*/ 5003045 w 7199994"/>
                <a:gd name="connsiteY1" fmla="*/ 454983 h 454983"/>
                <a:gd name="connsiteX2" fmla="*/ 4775114 w 7199994"/>
                <a:gd name="connsiteY2" fmla="*/ 454983 h 454983"/>
                <a:gd name="connsiteX3" fmla="*/ 4166850 w 7199994"/>
                <a:gd name="connsiteY3" fmla="*/ 454983 h 454983"/>
                <a:gd name="connsiteX4" fmla="*/ 3033144 w 7199994"/>
                <a:gd name="connsiteY4" fmla="*/ 454983 h 454983"/>
                <a:gd name="connsiteX5" fmla="*/ 2424880 w 7199994"/>
                <a:gd name="connsiteY5" fmla="*/ 454983 h 454983"/>
                <a:gd name="connsiteX6" fmla="*/ 2196949 w 7199994"/>
                <a:gd name="connsiteY6" fmla="*/ 454983 h 454983"/>
                <a:gd name="connsiteX7" fmla="*/ 454979 w 7199994"/>
                <a:gd name="connsiteY7" fmla="*/ 454983 h 454983"/>
                <a:gd name="connsiteX8" fmla="*/ 0 w 7199994"/>
                <a:gd name="connsiteY8" fmla="*/ 0 h 454983"/>
                <a:gd name="connsiteX9" fmla="*/ 2196949 w 7199994"/>
                <a:gd name="connsiteY9" fmla="*/ 0 h 454983"/>
                <a:gd name="connsiteX10" fmla="*/ 2424880 w 7199994"/>
                <a:gd name="connsiteY10" fmla="*/ 0 h 454983"/>
                <a:gd name="connsiteX11" fmla="*/ 2578165 w 7199994"/>
                <a:gd name="connsiteY11" fmla="*/ 0 h 454983"/>
                <a:gd name="connsiteX12" fmla="*/ 4621829 w 7199994"/>
                <a:gd name="connsiteY12" fmla="*/ 0 h 454983"/>
                <a:gd name="connsiteX13" fmla="*/ 4775114 w 7199994"/>
                <a:gd name="connsiteY13" fmla="*/ 0 h 454983"/>
                <a:gd name="connsiteX14" fmla="*/ 5003045 w 7199994"/>
                <a:gd name="connsiteY14" fmla="*/ 0 h 454983"/>
                <a:gd name="connsiteX15" fmla="*/ 7199994 w 7199994"/>
                <a:gd name="connsiteY15" fmla="*/ 0 h 45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199994" h="454983">
                  <a:moveTo>
                    <a:pt x="6745015" y="454983"/>
                  </a:moveTo>
                  <a:lnTo>
                    <a:pt x="5003045" y="454983"/>
                  </a:lnTo>
                  <a:lnTo>
                    <a:pt x="4775114" y="454983"/>
                  </a:lnTo>
                  <a:lnTo>
                    <a:pt x="4166850" y="454983"/>
                  </a:lnTo>
                  <a:lnTo>
                    <a:pt x="3033144" y="454983"/>
                  </a:lnTo>
                  <a:lnTo>
                    <a:pt x="2424880" y="454983"/>
                  </a:lnTo>
                  <a:lnTo>
                    <a:pt x="2196949" y="454983"/>
                  </a:lnTo>
                  <a:lnTo>
                    <a:pt x="454979" y="454983"/>
                  </a:lnTo>
                  <a:lnTo>
                    <a:pt x="0" y="0"/>
                  </a:lnTo>
                  <a:lnTo>
                    <a:pt x="2196949" y="0"/>
                  </a:lnTo>
                  <a:lnTo>
                    <a:pt x="2424880" y="0"/>
                  </a:lnTo>
                  <a:lnTo>
                    <a:pt x="2578165" y="0"/>
                  </a:lnTo>
                  <a:lnTo>
                    <a:pt x="4621829" y="0"/>
                  </a:lnTo>
                  <a:lnTo>
                    <a:pt x="4775114" y="0"/>
                  </a:lnTo>
                  <a:lnTo>
                    <a:pt x="5003045" y="0"/>
                  </a:lnTo>
                  <a:lnTo>
                    <a:pt x="7199994" y="0"/>
                  </a:lnTo>
                  <a:close/>
                </a:path>
              </a:pathLst>
            </a:custGeom>
            <a:gradFill>
              <a:gsLst>
                <a:gs pos="0">
                  <a:schemeClr val="tx1">
                    <a:lumMod val="65000"/>
                    <a:lumOff val="35000"/>
                  </a:schemeClr>
                </a:gs>
                <a:gs pos="600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53" name="Picture Placeholder 52">
            <a:extLst>
              <a:ext uri="{FF2B5EF4-FFF2-40B4-BE49-F238E27FC236}">
                <a16:creationId xmlns:a16="http://schemas.microsoft.com/office/drawing/2014/main" id="{12B9EAEB-71E4-4C84-91AB-53D36DADF41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2282985" y="2085976"/>
            <a:ext cx="4048125" cy="2676525"/>
          </a:xfrm>
          <a:custGeom>
            <a:avLst/>
            <a:gdLst>
              <a:gd name="connsiteX0" fmla="*/ 0 w 4048125"/>
              <a:gd name="connsiteY0" fmla="*/ 0 h 2676525"/>
              <a:gd name="connsiteX1" fmla="*/ 4048125 w 4048125"/>
              <a:gd name="connsiteY1" fmla="*/ 133350 h 2676525"/>
              <a:gd name="connsiteX2" fmla="*/ 4048125 w 4048125"/>
              <a:gd name="connsiteY2" fmla="*/ 2533650 h 2676525"/>
              <a:gd name="connsiteX3" fmla="*/ 0 w 4048125"/>
              <a:gd name="connsiteY3" fmla="*/ 2676525 h 2676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48125" h="2676525">
                <a:moveTo>
                  <a:pt x="0" y="0"/>
                </a:moveTo>
                <a:lnTo>
                  <a:pt x="4048125" y="133350"/>
                </a:lnTo>
                <a:lnTo>
                  <a:pt x="4048125" y="2533650"/>
                </a:lnTo>
                <a:lnTo>
                  <a:pt x="0" y="2676525"/>
                </a:lnTo>
                <a:close/>
              </a:path>
            </a:pathLst>
          </a:custGeom>
          <a:solidFill>
            <a:schemeClr val="bg2"/>
          </a:solidFill>
          <a:ln w="190500">
            <a:solidFill>
              <a:schemeClr val="tx1"/>
            </a:solidFill>
            <a:miter lim="800000"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600" i="1"/>
            </a:lvl1pPr>
          </a:lstStyle>
          <a:p>
            <a:r>
              <a:rPr lang="en-US" noProof="0" dirty="0"/>
              <a:t>Drag &amp; Drop or Insert your Image</a:t>
            </a:r>
          </a:p>
        </p:txBody>
      </p:sp>
      <p:sp>
        <p:nvSpPr>
          <p:cNvPr id="52" name="Picture Placeholder 51">
            <a:extLst>
              <a:ext uri="{FF2B5EF4-FFF2-40B4-BE49-F238E27FC236}">
                <a16:creationId xmlns:a16="http://schemas.microsoft.com/office/drawing/2014/main" id="{8D55595F-76EE-41E2-920E-D4E732F97BE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9274379" y="1980354"/>
            <a:ext cx="1844138" cy="2786690"/>
          </a:xfrm>
          <a:custGeom>
            <a:avLst/>
            <a:gdLst>
              <a:gd name="connsiteX0" fmla="*/ 0 w 2231407"/>
              <a:gd name="connsiteY0" fmla="*/ 0 h 3709084"/>
              <a:gd name="connsiteX1" fmla="*/ 2231407 w 2231407"/>
              <a:gd name="connsiteY1" fmla="*/ 0 h 3709084"/>
              <a:gd name="connsiteX2" fmla="*/ 2231407 w 2231407"/>
              <a:gd name="connsiteY2" fmla="*/ 3709084 h 3709084"/>
              <a:gd name="connsiteX3" fmla="*/ 0 w 2231407"/>
              <a:gd name="connsiteY3" fmla="*/ 3709084 h 3709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31407" h="3709084">
                <a:moveTo>
                  <a:pt x="0" y="0"/>
                </a:moveTo>
                <a:lnTo>
                  <a:pt x="2231407" y="0"/>
                </a:lnTo>
                <a:lnTo>
                  <a:pt x="2231407" y="3709084"/>
                </a:lnTo>
                <a:lnTo>
                  <a:pt x="0" y="3709084"/>
                </a:lnTo>
                <a:close/>
              </a:path>
            </a:pathLst>
          </a:custGeom>
          <a:solidFill>
            <a:schemeClr val="bg2"/>
          </a:solidFill>
          <a:ln w="190500">
            <a:solidFill>
              <a:schemeClr val="tx1"/>
            </a:solidFill>
            <a:miter lim="800000"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600" i="1"/>
            </a:lvl1pPr>
          </a:lstStyle>
          <a:p>
            <a:r>
              <a:rPr lang="en-US" noProof="0" dirty="0"/>
              <a:t>Drag &amp; Drop or Insert your Image</a:t>
            </a: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6F507E0D-7936-44C1-8055-6AC807F1CB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79733" y="5232134"/>
            <a:ext cx="2029566" cy="4405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Caption / Credits 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970F963-E773-48C2-B1C2-77474749D51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35483" y="700976"/>
            <a:ext cx="2029566" cy="440500"/>
          </a:xfrm>
        </p:spPr>
        <p:txBody>
          <a:bodyPr anchor="b"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Caption / Credits </a:t>
            </a:r>
          </a:p>
        </p:txBody>
      </p:sp>
    </p:spTree>
    <p:extLst>
      <p:ext uri="{BB962C8B-B14F-4D97-AF65-F5344CB8AC3E}">
        <p14:creationId xmlns:p14="http://schemas.microsoft.com/office/powerpoint/2010/main" val="4266633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X Images Option  - Dark">
    <p:bg>
      <p:bgPr>
        <a:gradFill>
          <a:gsLst>
            <a:gs pos="0">
              <a:schemeClr val="tx1">
                <a:lumMod val="65000"/>
                <a:lumOff val="35000"/>
              </a:schemeClr>
            </a:gs>
            <a:gs pos="6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3DD3AA7-AC2B-47B6-81F0-82E5A0182893}"/>
              </a:ext>
            </a:extLst>
          </p:cNvPr>
          <p:cNvGrpSpPr/>
          <p:nvPr userDrawn="1"/>
        </p:nvGrpSpPr>
        <p:grpSpPr>
          <a:xfrm>
            <a:off x="-927005" y="1294575"/>
            <a:ext cx="5555978" cy="4908423"/>
            <a:chOff x="2398496" y="321370"/>
            <a:chExt cx="7395007" cy="6533110"/>
          </a:xfrm>
        </p:grpSpPr>
        <p:grpSp>
          <p:nvGrpSpPr>
            <p:cNvPr id="88" name="Group 87" descr="Frame Shadow Back">
              <a:extLst>
                <a:ext uri="{FF2B5EF4-FFF2-40B4-BE49-F238E27FC236}">
                  <a16:creationId xmlns:a16="http://schemas.microsoft.com/office/drawing/2014/main" id="{26196EFC-9422-42DB-B21B-FF27FDE39901}"/>
                </a:ext>
              </a:extLst>
            </p:cNvPr>
            <p:cNvGrpSpPr/>
            <p:nvPr userDrawn="1"/>
          </p:nvGrpSpPr>
          <p:grpSpPr>
            <a:xfrm>
              <a:off x="2398496" y="5465932"/>
              <a:ext cx="7395007" cy="887510"/>
              <a:chOff x="-184150" y="3740827"/>
              <a:chExt cx="13550900" cy="914402"/>
            </a:xfrm>
          </p:grpSpPr>
          <p:sp>
            <p:nvSpPr>
              <p:cNvPr id="89" name="Flowchart: Manual Operation 88">
                <a:extLst>
                  <a:ext uri="{FF2B5EF4-FFF2-40B4-BE49-F238E27FC236}">
                    <a16:creationId xmlns:a16="http://schemas.microsoft.com/office/drawing/2014/main" id="{38B0B6E0-4B23-4B51-9E19-C0755E224CCA}"/>
                  </a:ext>
                </a:extLst>
              </p:cNvPr>
              <p:cNvSpPr/>
              <p:nvPr/>
            </p:nvSpPr>
            <p:spPr>
              <a:xfrm>
                <a:off x="-184150" y="3822700"/>
                <a:ext cx="13550900" cy="832529"/>
              </a:xfrm>
              <a:prstGeom prst="flowChartManualOperation">
                <a:avLst/>
              </a:prstGeom>
              <a:gradFill>
                <a:gsLst>
                  <a:gs pos="0">
                    <a:schemeClr val="tx1">
                      <a:alpha val="0"/>
                    </a:schemeClr>
                  </a:gs>
                  <a:gs pos="100000">
                    <a:schemeClr val="tx1">
                      <a:alpha val="39000"/>
                    </a:schemeClr>
                  </a:gs>
                </a:gsLst>
                <a:lin ang="5400000" scaled="1"/>
              </a:gradFill>
              <a:ln>
                <a:noFill/>
              </a:ln>
              <a:effectLst>
                <a:softEdge rad="127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90" name="Flowchart: Manual Operation 89">
                <a:extLst>
                  <a:ext uri="{FF2B5EF4-FFF2-40B4-BE49-F238E27FC236}">
                    <a16:creationId xmlns:a16="http://schemas.microsoft.com/office/drawing/2014/main" id="{21FF53F4-5FF9-47DD-AB7C-5933BA40D0EB}"/>
                  </a:ext>
                </a:extLst>
              </p:cNvPr>
              <p:cNvSpPr/>
              <p:nvPr/>
            </p:nvSpPr>
            <p:spPr>
              <a:xfrm>
                <a:off x="-184150" y="3740828"/>
                <a:ext cx="13550900" cy="832529"/>
              </a:xfrm>
              <a:prstGeom prst="flowChartManualOperation">
                <a:avLst/>
              </a:prstGeom>
              <a:gradFill>
                <a:gsLst>
                  <a:gs pos="65000">
                    <a:schemeClr val="tx1">
                      <a:alpha val="0"/>
                    </a:schemeClr>
                  </a:gs>
                  <a:gs pos="100000">
                    <a:schemeClr val="tx1">
                      <a:alpha val="39000"/>
                    </a:schemeClr>
                  </a:gs>
                </a:gsLst>
                <a:lin ang="5400000" scaled="1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91" name="Rectangle: Rounded Corners 90" descr="Frame Shadow Front">
              <a:extLst>
                <a:ext uri="{FF2B5EF4-FFF2-40B4-BE49-F238E27FC236}">
                  <a16:creationId xmlns:a16="http://schemas.microsoft.com/office/drawing/2014/main" id="{D196D1B2-5755-4DCC-9B52-14B64CBC18E9}"/>
                </a:ext>
              </a:extLst>
            </p:cNvPr>
            <p:cNvSpPr/>
            <p:nvPr userDrawn="1"/>
          </p:nvSpPr>
          <p:spPr>
            <a:xfrm>
              <a:off x="2944098" y="6097636"/>
              <a:ext cx="6099893" cy="756844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6000"/>
              </a:schemeClr>
            </a:soli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03AE48E6-1B45-4320-BCF4-8A44732FA427}"/>
                </a:ext>
              </a:extLst>
            </p:cNvPr>
            <p:cNvSpPr>
              <a:spLocks/>
            </p:cNvSpPr>
            <p:nvPr userDrawn="1"/>
          </p:nvSpPr>
          <p:spPr>
            <a:xfrm rot="16200000" flipH="1">
              <a:off x="3511524" y="1441191"/>
              <a:ext cx="5198387" cy="371077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  <a:effectLst>
              <a:innerShdw blurRad="127000" dist="50800" dir="9180000">
                <a:prstClr val="black">
                  <a:alpha val="6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C6242F1C-020A-4851-9A2F-914D7B754188}"/>
                </a:ext>
              </a:extLst>
            </p:cNvPr>
            <p:cNvSpPr>
              <a:spLocks/>
            </p:cNvSpPr>
            <p:nvPr userDrawn="1"/>
          </p:nvSpPr>
          <p:spPr>
            <a:xfrm rot="16200000" flipH="1">
              <a:off x="5178336" y="3109136"/>
              <a:ext cx="5950408" cy="37487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9ECB7038-8910-4B1A-AED9-32C25AB484A8}"/>
                </a:ext>
              </a:extLst>
            </p:cNvPr>
            <p:cNvSpPr>
              <a:spLocks/>
            </p:cNvSpPr>
            <p:nvPr userDrawn="1"/>
          </p:nvSpPr>
          <p:spPr>
            <a:xfrm rot="16200000" flipH="1">
              <a:off x="1090403" y="3109136"/>
              <a:ext cx="5950408" cy="37487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52AC96FB-F8BD-44E9-B3FD-A8F9D296E8F6}"/>
                </a:ext>
              </a:extLst>
            </p:cNvPr>
            <p:cNvSpPr/>
            <p:nvPr userDrawn="1"/>
          </p:nvSpPr>
          <p:spPr>
            <a:xfrm flipV="1">
              <a:off x="3878169" y="5895760"/>
              <a:ext cx="4462811" cy="376019"/>
            </a:xfrm>
            <a:custGeom>
              <a:avLst/>
              <a:gdLst>
                <a:gd name="connsiteX0" fmla="*/ 5400001 w 5400001"/>
                <a:gd name="connsiteY0" fmla="*/ 0 h 454983"/>
                <a:gd name="connsiteX1" fmla="*/ 4945018 w 5400001"/>
                <a:gd name="connsiteY1" fmla="*/ 454983 h 454983"/>
                <a:gd name="connsiteX2" fmla="*/ 4221873 w 5400001"/>
                <a:gd name="connsiteY2" fmla="*/ 454983 h 454983"/>
                <a:gd name="connsiteX3" fmla="*/ 3148030 w 5400001"/>
                <a:gd name="connsiteY3" fmla="*/ 454983 h 454983"/>
                <a:gd name="connsiteX4" fmla="*/ 2975116 w 5400001"/>
                <a:gd name="connsiteY4" fmla="*/ 454983 h 454983"/>
                <a:gd name="connsiteX5" fmla="*/ 2424886 w 5400001"/>
                <a:gd name="connsiteY5" fmla="*/ 454983 h 454983"/>
                <a:gd name="connsiteX6" fmla="*/ 2251971 w 5400001"/>
                <a:gd name="connsiteY6" fmla="*/ 454983 h 454983"/>
                <a:gd name="connsiteX7" fmla="*/ 1178128 w 5400001"/>
                <a:gd name="connsiteY7" fmla="*/ 454983 h 454983"/>
                <a:gd name="connsiteX8" fmla="*/ 454983 w 5400001"/>
                <a:gd name="connsiteY8" fmla="*/ 454983 h 454983"/>
                <a:gd name="connsiteX9" fmla="*/ 0 w 5400001"/>
                <a:gd name="connsiteY9" fmla="*/ 0 h 454983"/>
                <a:gd name="connsiteX10" fmla="*/ 1178128 w 5400001"/>
                <a:gd name="connsiteY10" fmla="*/ 0 h 454983"/>
                <a:gd name="connsiteX11" fmla="*/ 1796988 w 5400001"/>
                <a:gd name="connsiteY11" fmla="*/ 0 h 454983"/>
                <a:gd name="connsiteX12" fmla="*/ 2424886 w 5400001"/>
                <a:gd name="connsiteY12" fmla="*/ 0 h 454983"/>
                <a:gd name="connsiteX13" fmla="*/ 2975116 w 5400001"/>
                <a:gd name="connsiteY13" fmla="*/ 0 h 454983"/>
                <a:gd name="connsiteX14" fmla="*/ 3603013 w 5400001"/>
                <a:gd name="connsiteY14" fmla="*/ 0 h 454983"/>
                <a:gd name="connsiteX15" fmla="*/ 4221873 w 5400001"/>
                <a:gd name="connsiteY15" fmla="*/ 0 h 45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400001" h="454983">
                  <a:moveTo>
                    <a:pt x="5400001" y="0"/>
                  </a:moveTo>
                  <a:lnTo>
                    <a:pt x="4945018" y="454983"/>
                  </a:lnTo>
                  <a:lnTo>
                    <a:pt x="4221873" y="454983"/>
                  </a:lnTo>
                  <a:lnTo>
                    <a:pt x="3148030" y="454983"/>
                  </a:lnTo>
                  <a:lnTo>
                    <a:pt x="2975116" y="454983"/>
                  </a:lnTo>
                  <a:lnTo>
                    <a:pt x="2424886" y="454983"/>
                  </a:lnTo>
                  <a:lnTo>
                    <a:pt x="2251971" y="454983"/>
                  </a:lnTo>
                  <a:lnTo>
                    <a:pt x="1178128" y="454983"/>
                  </a:lnTo>
                  <a:lnTo>
                    <a:pt x="454983" y="454983"/>
                  </a:lnTo>
                  <a:lnTo>
                    <a:pt x="0" y="0"/>
                  </a:lnTo>
                  <a:lnTo>
                    <a:pt x="1178128" y="0"/>
                  </a:lnTo>
                  <a:lnTo>
                    <a:pt x="1796988" y="0"/>
                  </a:lnTo>
                  <a:lnTo>
                    <a:pt x="2424886" y="0"/>
                  </a:lnTo>
                  <a:lnTo>
                    <a:pt x="2975116" y="0"/>
                  </a:lnTo>
                  <a:lnTo>
                    <a:pt x="3603013" y="0"/>
                  </a:lnTo>
                  <a:lnTo>
                    <a:pt x="4221873" y="0"/>
                  </a:lnTo>
                  <a:close/>
                </a:path>
              </a:pathLst>
            </a:custGeom>
            <a:gradFill>
              <a:gsLst>
                <a:gs pos="0">
                  <a:schemeClr val="tx1">
                    <a:lumMod val="65000"/>
                    <a:lumOff val="35000"/>
                  </a:schemeClr>
                </a:gs>
                <a:gs pos="600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23D65CFE-673E-45BB-99F7-169877885DC4}"/>
                </a:ext>
              </a:extLst>
            </p:cNvPr>
            <p:cNvSpPr/>
            <p:nvPr userDrawn="1"/>
          </p:nvSpPr>
          <p:spPr>
            <a:xfrm flipH="1">
              <a:off x="3878167" y="321371"/>
              <a:ext cx="4462811" cy="376019"/>
            </a:xfrm>
            <a:custGeom>
              <a:avLst/>
              <a:gdLst>
                <a:gd name="connsiteX0" fmla="*/ 0 w 5400001"/>
                <a:gd name="connsiteY0" fmla="*/ 0 h 454983"/>
                <a:gd name="connsiteX1" fmla="*/ 1178128 w 5400001"/>
                <a:gd name="connsiteY1" fmla="*/ 0 h 454983"/>
                <a:gd name="connsiteX2" fmla="*/ 1796988 w 5400001"/>
                <a:gd name="connsiteY2" fmla="*/ 0 h 454983"/>
                <a:gd name="connsiteX3" fmla="*/ 2424886 w 5400001"/>
                <a:gd name="connsiteY3" fmla="*/ 0 h 454983"/>
                <a:gd name="connsiteX4" fmla="*/ 2975116 w 5400001"/>
                <a:gd name="connsiteY4" fmla="*/ 0 h 454983"/>
                <a:gd name="connsiteX5" fmla="*/ 3603013 w 5400001"/>
                <a:gd name="connsiteY5" fmla="*/ 0 h 454983"/>
                <a:gd name="connsiteX6" fmla="*/ 4221874 w 5400001"/>
                <a:gd name="connsiteY6" fmla="*/ 0 h 454983"/>
                <a:gd name="connsiteX7" fmla="*/ 5400001 w 5400001"/>
                <a:gd name="connsiteY7" fmla="*/ 0 h 454983"/>
                <a:gd name="connsiteX8" fmla="*/ 4945018 w 5400001"/>
                <a:gd name="connsiteY8" fmla="*/ 454983 h 454983"/>
                <a:gd name="connsiteX9" fmla="*/ 4221874 w 5400001"/>
                <a:gd name="connsiteY9" fmla="*/ 454983 h 454983"/>
                <a:gd name="connsiteX10" fmla="*/ 3148030 w 5400001"/>
                <a:gd name="connsiteY10" fmla="*/ 454983 h 454983"/>
                <a:gd name="connsiteX11" fmla="*/ 2975116 w 5400001"/>
                <a:gd name="connsiteY11" fmla="*/ 454983 h 454983"/>
                <a:gd name="connsiteX12" fmla="*/ 2424886 w 5400001"/>
                <a:gd name="connsiteY12" fmla="*/ 454983 h 454983"/>
                <a:gd name="connsiteX13" fmla="*/ 2251971 w 5400001"/>
                <a:gd name="connsiteY13" fmla="*/ 454983 h 454983"/>
                <a:gd name="connsiteX14" fmla="*/ 1178128 w 5400001"/>
                <a:gd name="connsiteY14" fmla="*/ 454983 h 454983"/>
                <a:gd name="connsiteX15" fmla="*/ 454983 w 5400001"/>
                <a:gd name="connsiteY15" fmla="*/ 454983 h 45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400001" h="454983">
                  <a:moveTo>
                    <a:pt x="0" y="0"/>
                  </a:moveTo>
                  <a:lnTo>
                    <a:pt x="1178128" y="0"/>
                  </a:lnTo>
                  <a:lnTo>
                    <a:pt x="1796988" y="0"/>
                  </a:lnTo>
                  <a:lnTo>
                    <a:pt x="2424886" y="0"/>
                  </a:lnTo>
                  <a:lnTo>
                    <a:pt x="2975116" y="0"/>
                  </a:lnTo>
                  <a:lnTo>
                    <a:pt x="3603013" y="0"/>
                  </a:lnTo>
                  <a:lnTo>
                    <a:pt x="4221874" y="0"/>
                  </a:lnTo>
                  <a:lnTo>
                    <a:pt x="5400001" y="0"/>
                  </a:lnTo>
                  <a:lnTo>
                    <a:pt x="4945018" y="454983"/>
                  </a:lnTo>
                  <a:lnTo>
                    <a:pt x="4221874" y="454983"/>
                  </a:lnTo>
                  <a:lnTo>
                    <a:pt x="3148030" y="454983"/>
                  </a:lnTo>
                  <a:lnTo>
                    <a:pt x="2975116" y="454983"/>
                  </a:lnTo>
                  <a:lnTo>
                    <a:pt x="2424886" y="454983"/>
                  </a:lnTo>
                  <a:lnTo>
                    <a:pt x="2251971" y="454983"/>
                  </a:lnTo>
                  <a:lnTo>
                    <a:pt x="1178128" y="454983"/>
                  </a:lnTo>
                  <a:lnTo>
                    <a:pt x="454983" y="454983"/>
                  </a:lnTo>
                  <a:close/>
                </a:path>
              </a:pathLst>
            </a:custGeom>
            <a:gradFill>
              <a:gsLst>
                <a:gs pos="0">
                  <a:schemeClr val="tx1">
                    <a:lumMod val="65000"/>
                    <a:lumOff val="35000"/>
                  </a:schemeClr>
                </a:gs>
                <a:gs pos="600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739C72C5-9C47-4396-A011-4CA2426BA847}"/>
                </a:ext>
              </a:extLst>
            </p:cNvPr>
            <p:cNvSpPr/>
            <p:nvPr userDrawn="1"/>
          </p:nvSpPr>
          <p:spPr>
            <a:xfrm rot="16200000" flipH="1" flipV="1">
              <a:off x="5177764" y="3108565"/>
              <a:ext cx="5950408" cy="376019"/>
            </a:xfrm>
            <a:custGeom>
              <a:avLst/>
              <a:gdLst>
                <a:gd name="connsiteX0" fmla="*/ 7199994 w 7199994"/>
                <a:gd name="connsiteY0" fmla="*/ 0 h 454983"/>
                <a:gd name="connsiteX1" fmla="*/ 5003045 w 7199994"/>
                <a:gd name="connsiteY1" fmla="*/ 0 h 454983"/>
                <a:gd name="connsiteX2" fmla="*/ 4775114 w 7199994"/>
                <a:gd name="connsiteY2" fmla="*/ 0 h 454983"/>
                <a:gd name="connsiteX3" fmla="*/ 4621829 w 7199994"/>
                <a:gd name="connsiteY3" fmla="*/ 0 h 454983"/>
                <a:gd name="connsiteX4" fmla="*/ 2578165 w 7199994"/>
                <a:gd name="connsiteY4" fmla="*/ 0 h 454983"/>
                <a:gd name="connsiteX5" fmla="*/ 2424880 w 7199994"/>
                <a:gd name="connsiteY5" fmla="*/ 0 h 454983"/>
                <a:gd name="connsiteX6" fmla="*/ 2196949 w 7199994"/>
                <a:gd name="connsiteY6" fmla="*/ 0 h 454983"/>
                <a:gd name="connsiteX7" fmla="*/ 0 w 7199994"/>
                <a:gd name="connsiteY7" fmla="*/ 0 h 454983"/>
                <a:gd name="connsiteX8" fmla="*/ 454979 w 7199994"/>
                <a:gd name="connsiteY8" fmla="*/ 454983 h 454983"/>
                <a:gd name="connsiteX9" fmla="*/ 2196949 w 7199994"/>
                <a:gd name="connsiteY9" fmla="*/ 454983 h 454983"/>
                <a:gd name="connsiteX10" fmla="*/ 2424880 w 7199994"/>
                <a:gd name="connsiteY10" fmla="*/ 454983 h 454983"/>
                <a:gd name="connsiteX11" fmla="*/ 3033144 w 7199994"/>
                <a:gd name="connsiteY11" fmla="*/ 454983 h 454983"/>
                <a:gd name="connsiteX12" fmla="*/ 4166850 w 7199994"/>
                <a:gd name="connsiteY12" fmla="*/ 454983 h 454983"/>
                <a:gd name="connsiteX13" fmla="*/ 4775114 w 7199994"/>
                <a:gd name="connsiteY13" fmla="*/ 454983 h 454983"/>
                <a:gd name="connsiteX14" fmla="*/ 5003045 w 7199994"/>
                <a:gd name="connsiteY14" fmla="*/ 454983 h 454983"/>
                <a:gd name="connsiteX15" fmla="*/ 6745015 w 7199994"/>
                <a:gd name="connsiteY15" fmla="*/ 454983 h 45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199994" h="454983">
                  <a:moveTo>
                    <a:pt x="7199994" y="0"/>
                  </a:moveTo>
                  <a:lnTo>
                    <a:pt x="5003045" y="0"/>
                  </a:lnTo>
                  <a:lnTo>
                    <a:pt x="4775114" y="0"/>
                  </a:lnTo>
                  <a:lnTo>
                    <a:pt x="4621829" y="0"/>
                  </a:lnTo>
                  <a:lnTo>
                    <a:pt x="2578165" y="0"/>
                  </a:lnTo>
                  <a:lnTo>
                    <a:pt x="2424880" y="0"/>
                  </a:lnTo>
                  <a:lnTo>
                    <a:pt x="2196949" y="0"/>
                  </a:lnTo>
                  <a:lnTo>
                    <a:pt x="0" y="0"/>
                  </a:lnTo>
                  <a:lnTo>
                    <a:pt x="454979" y="454983"/>
                  </a:lnTo>
                  <a:lnTo>
                    <a:pt x="2196949" y="454983"/>
                  </a:lnTo>
                  <a:lnTo>
                    <a:pt x="2424880" y="454983"/>
                  </a:lnTo>
                  <a:lnTo>
                    <a:pt x="3033144" y="454983"/>
                  </a:lnTo>
                  <a:lnTo>
                    <a:pt x="4166850" y="454983"/>
                  </a:lnTo>
                  <a:lnTo>
                    <a:pt x="4775114" y="454983"/>
                  </a:lnTo>
                  <a:lnTo>
                    <a:pt x="5003045" y="454983"/>
                  </a:lnTo>
                  <a:lnTo>
                    <a:pt x="6745015" y="454983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5000"/>
                    <a:lumOff val="95000"/>
                  </a:schemeClr>
                </a:gs>
                <a:gs pos="20000">
                  <a:schemeClr val="accent3">
                    <a:lumMod val="45000"/>
                    <a:lumOff val="55000"/>
                  </a:schemeClr>
                </a:gs>
                <a:gs pos="100000">
                  <a:schemeClr val="accent3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1A959C99-6244-4B41-A645-EBDA4263200B}"/>
                </a:ext>
              </a:extLst>
            </p:cNvPr>
            <p:cNvSpPr/>
            <p:nvPr userDrawn="1"/>
          </p:nvSpPr>
          <p:spPr>
            <a:xfrm rot="16200000" flipH="1">
              <a:off x="1090974" y="3108564"/>
              <a:ext cx="5950408" cy="376019"/>
            </a:xfrm>
            <a:custGeom>
              <a:avLst/>
              <a:gdLst>
                <a:gd name="connsiteX0" fmla="*/ 6745015 w 7199994"/>
                <a:gd name="connsiteY0" fmla="*/ 454983 h 454983"/>
                <a:gd name="connsiteX1" fmla="*/ 5003045 w 7199994"/>
                <a:gd name="connsiteY1" fmla="*/ 454983 h 454983"/>
                <a:gd name="connsiteX2" fmla="*/ 4775114 w 7199994"/>
                <a:gd name="connsiteY2" fmla="*/ 454983 h 454983"/>
                <a:gd name="connsiteX3" fmla="*/ 4166850 w 7199994"/>
                <a:gd name="connsiteY3" fmla="*/ 454983 h 454983"/>
                <a:gd name="connsiteX4" fmla="*/ 3033144 w 7199994"/>
                <a:gd name="connsiteY4" fmla="*/ 454983 h 454983"/>
                <a:gd name="connsiteX5" fmla="*/ 2424880 w 7199994"/>
                <a:gd name="connsiteY5" fmla="*/ 454983 h 454983"/>
                <a:gd name="connsiteX6" fmla="*/ 2196949 w 7199994"/>
                <a:gd name="connsiteY6" fmla="*/ 454983 h 454983"/>
                <a:gd name="connsiteX7" fmla="*/ 454979 w 7199994"/>
                <a:gd name="connsiteY7" fmla="*/ 454983 h 454983"/>
                <a:gd name="connsiteX8" fmla="*/ 0 w 7199994"/>
                <a:gd name="connsiteY8" fmla="*/ 0 h 454983"/>
                <a:gd name="connsiteX9" fmla="*/ 2196949 w 7199994"/>
                <a:gd name="connsiteY9" fmla="*/ 0 h 454983"/>
                <a:gd name="connsiteX10" fmla="*/ 2424880 w 7199994"/>
                <a:gd name="connsiteY10" fmla="*/ 0 h 454983"/>
                <a:gd name="connsiteX11" fmla="*/ 2578165 w 7199994"/>
                <a:gd name="connsiteY11" fmla="*/ 0 h 454983"/>
                <a:gd name="connsiteX12" fmla="*/ 4621829 w 7199994"/>
                <a:gd name="connsiteY12" fmla="*/ 0 h 454983"/>
                <a:gd name="connsiteX13" fmla="*/ 4775114 w 7199994"/>
                <a:gd name="connsiteY13" fmla="*/ 0 h 454983"/>
                <a:gd name="connsiteX14" fmla="*/ 5003045 w 7199994"/>
                <a:gd name="connsiteY14" fmla="*/ 0 h 454983"/>
                <a:gd name="connsiteX15" fmla="*/ 7199994 w 7199994"/>
                <a:gd name="connsiteY15" fmla="*/ 0 h 45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199994" h="454983">
                  <a:moveTo>
                    <a:pt x="6745015" y="454983"/>
                  </a:moveTo>
                  <a:lnTo>
                    <a:pt x="5003045" y="454983"/>
                  </a:lnTo>
                  <a:lnTo>
                    <a:pt x="4775114" y="454983"/>
                  </a:lnTo>
                  <a:lnTo>
                    <a:pt x="4166850" y="454983"/>
                  </a:lnTo>
                  <a:lnTo>
                    <a:pt x="3033144" y="454983"/>
                  </a:lnTo>
                  <a:lnTo>
                    <a:pt x="2424880" y="454983"/>
                  </a:lnTo>
                  <a:lnTo>
                    <a:pt x="2196949" y="454983"/>
                  </a:lnTo>
                  <a:lnTo>
                    <a:pt x="454979" y="454983"/>
                  </a:lnTo>
                  <a:lnTo>
                    <a:pt x="0" y="0"/>
                  </a:lnTo>
                  <a:lnTo>
                    <a:pt x="2196949" y="0"/>
                  </a:lnTo>
                  <a:lnTo>
                    <a:pt x="2424880" y="0"/>
                  </a:lnTo>
                  <a:lnTo>
                    <a:pt x="2578165" y="0"/>
                  </a:lnTo>
                  <a:lnTo>
                    <a:pt x="4621829" y="0"/>
                  </a:lnTo>
                  <a:lnTo>
                    <a:pt x="4775114" y="0"/>
                  </a:lnTo>
                  <a:lnTo>
                    <a:pt x="5003045" y="0"/>
                  </a:lnTo>
                  <a:lnTo>
                    <a:pt x="7199994" y="0"/>
                  </a:lnTo>
                  <a:close/>
                </a:path>
              </a:pathLst>
            </a:custGeom>
            <a:gradFill>
              <a:gsLst>
                <a:gs pos="0">
                  <a:schemeClr val="tx1">
                    <a:lumMod val="65000"/>
                    <a:lumOff val="35000"/>
                  </a:schemeClr>
                </a:gs>
                <a:gs pos="600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52" name="Group 51" descr="Frame Shadow Back">
            <a:extLst>
              <a:ext uri="{FF2B5EF4-FFF2-40B4-BE49-F238E27FC236}">
                <a16:creationId xmlns:a16="http://schemas.microsoft.com/office/drawing/2014/main" id="{F0BD42DE-3457-4C07-A4EC-C13E2ED6B959}"/>
              </a:ext>
            </a:extLst>
          </p:cNvPr>
          <p:cNvGrpSpPr/>
          <p:nvPr userDrawn="1"/>
        </p:nvGrpSpPr>
        <p:grpSpPr>
          <a:xfrm>
            <a:off x="4098508" y="5155751"/>
            <a:ext cx="9783733" cy="520321"/>
            <a:chOff x="-184150" y="3740828"/>
            <a:chExt cx="13550900" cy="914401"/>
          </a:xfrm>
        </p:grpSpPr>
        <p:sp>
          <p:nvSpPr>
            <p:cNvPr id="53" name="Flowchart: Manual Operation 52">
              <a:extLst>
                <a:ext uri="{FF2B5EF4-FFF2-40B4-BE49-F238E27FC236}">
                  <a16:creationId xmlns:a16="http://schemas.microsoft.com/office/drawing/2014/main" id="{D21C4FD2-6073-44F1-8918-36CC06E7F3D1}"/>
                </a:ext>
              </a:extLst>
            </p:cNvPr>
            <p:cNvSpPr/>
            <p:nvPr/>
          </p:nvSpPr>
          <p:spPr>
            <a:xfrm>
              <a:off x="-184150" y="3822700"/>
              <a:ext cx="13550900" cy="832529"/>
            </a:xfrm>
            <a:prstGeom prst="flowChartManualOperation">
              <a:avLst/>
            </a:prstGeom>
            <a:gradFill>
              <a:gsLst>
                <a:gs pos="0">
                  <a:schemeClr val="tx1">
                    <a:alpha val="0"/>
                  </a:schemeClr>
                </a:gs>
                <a:gs pos="100000">
                  <a:schemeClr val="tx1">
                    <a:alpha val="39000"/>
                  </a:schemeClr>
                </a:gs>
              </a:gsLst>
              <a:lin ang="5400000" scaled="1"/>
            </a:gra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54" name="Flowchart: Manual Operation 53">
              <a:extLst>
                <a:ext uri="{FF2B5EF4-FFF2-40B4-BE49-F238E27FC236}">
                  <a16:creationId xmlns:a16="http://schemas.microsoft.com/office/drawing/2014/main" id="{437A088A-4B50-47CE-A3B7-3C8E06729ABE}"/>
                </a:ext>
              </a:extLst>
            </p:cNvPr>
            <p:cNvSpPr/>
            <p:nvPr/>
          </p:nvSpPr>
          <p:spPr>
            <a:xfrm>
              <a:off x="-184150" y="3740828"/>
              <a:ext cx="13550900" cy="832529"/>
            </a:xfrm>
            <a:prstGeom prst="flowChartManualOperation">
              <a:avLst/>
            </a:prstGeom>
            <a:gradFill>
              <a:gsLst>
                <a:gs pos="65000">
                  <a:schemeClr val="tx1">
                    <a:alpha val="0"/>
                  </a:schemeClr>
                </a:gs>
                <a:gs pos="100000">
                  <a:schemeClr val="tx1">
                    <a:alpha val="39000"/>
                  </a:schemeClr>
                </a:gs>
              </a:gsLst>
              <a:lin ang="54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55" name="Rectangle 54">
            <a:extLst>
              <a:ext uri="{FF2B5EF4-FFF2-40B4-BE49-F238E27FC236}">
                <a16:creationId xmlns:a16="http://schemas.microsoft.com/office/drawing/2014/main" id="{0854AD4B-3FC4-4192-9128-AD41638DD84E}"/>
              </a:ext>
            </a:extLst>
          </p:cNvPr>
          <p:cNvSpPr>
            <a:spLocks/>
          </p:cNvSpPr>
          <p:nvPr userDrawn="1"/>
        </p:nvSpPr>
        <p:spPr>
          <a:xfrm rot="10800000">
            <a:off x="6391181" y="1524524"/>
            <a:ext cx="5198388" cy="371077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innerShdw blurRad="127000" dist="50800" dir="9180000">
              <a:prstClr val="black">
                <a:alpha val="6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BFFB7681-35F6-4DD3-A5A3-93D77685E409}"/>
              </a:ext>
            </a:extLst>
          </p:cNvPr>
          <p:cNvSpPr>
            <a:spLocks/>
          </p:cNvSpPr>
          <p:nvPr userDrawn="1"/>
        </p:nvSpPr>
        <p:spPr>
          <a:xfrm rot="10800000">
            <a:off x="6015172" y="1149647"/>
            <a:ext cx="5950408" cy="37487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8AB8202-543E-4D7B-A845-8AC35C5E46E8}"/>
              </a:ext>
            </a:extLst>
          </p:cNvPr>
          <p:cNvSpPr>
            <a:spLocks/>
          </p:cNvSpPr>
          <p:nvPr userDrawn="1"/>
        </p:nvSpPr>
        <p:spPr>
          <a:xfrm rot="10800000">
            <a:off x="6015172" y="5237581"/>
            <a:ext cx="5950408" cy="37487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DD73ECEF-2720-4609-BF16-DDB26FBF7A19}"/>
              </a:ext>
            </a:extLst>
          </p:cNvPr>
          <p:cNvSpPr/>
          <p:nvPr userDrawn="1"/>
        </p:nvSpPr>
        <p:spPr>
          <a:xfrm rot="5400000" flipH="1" flipV="1">
            <a:off x="4047133" y="3193044"/>
            <a:ext cx="4462810" cy="376019"/>
          </a:xfrm>
          <a:custGeom>
            <a:avLst/>
            <a:gdLst>
              <a:gd name="connsiteX0" fmla="*/ 5400001 w 5400001"/>
              <a:gd name="connsiteY0" fmla="*/ 0 h 454983"/>
              <a:gd name="connsiteX1" fmla="*/ 4945018 w 5400001"/>
              <a:gd name="connsiteY1" fmla="*/ 454983 h 454983"/>
              <a:gd name="connsiteX2" fmla="*/ 4221873 w 5400001"/>
              <a:gd name="connsiteY2" fmla="*/ 454983 h 454983"/>
              <a:gd name="connsiteX3" fmla="*/ 3148030 w 5400001"/>
              <a:gd name="connsiteY3" fmla="*/ 454983 h 454983"/>
              <a:gd name="connsiteX4" fmla="*/ 2975116 w 5400001"/>
              <a:gd name="connsiteY4" fmla="*/ 454983 h 454983"/>
              <a:gd name="connsiteX5" fmla="*/ 2424886 w 5400001"/>
              <a:gd name="connsiteY5" fmla="*/ 454983 h 454983"/>
              <a:gd name="connsiteX6" fmla="*/ 2251971 w 5400001"/>
              <a:gd name="connsiteY6" fmla="*/ 454983 h 454983"/>
              <a:gd name="connsiteX7" fmla="*/ 1178128 w 5400001"/>
              <a:gd name="connsiteY7" fmla="*/ 454983 h 454983"/>
              <a:gd name="connsiteX8" fmla="*/ 454983 w 5400001"/>
              <a:gd name="connsiteY8" fmla="*/ 454983 h 454983"/>
              <a:gd name="connsiteX9" fmla="*/ 0 w 5400001"/>
              <a:gd name="connsiteY9" fmla="*/ 0 h 454983"/>
              <a:gd name="connsiteX10" fmla="*/ 1178128 w 5400001"/>
              <a:gd name="connsiteY10" fmla="*/ 0 h 454983"/>
              <a:gd name="connsiteX11" fmla="*/ 1796988 w 5400001"/>
              <a:gd name="connsiteY11" fmla="*/ 0 h 454983"/>
              <a:gd name="connsiteX12" fmla="*/ 2424886 w 5400001"/>
              <a:gd name="connsiteY12" fmla="*/ 0 h 454983"/>
              <a:gd name="connsiteX13" fmla="*/ 2975116 w 5400001"/>
              <a:gd name="connsiteY13" fmla="*/ 0 h 454983"/>
              <a:gd name="connsiteX14" fmla="*/ 3603013 w 5400001"/>
              <a:gd name="connsiteY14" fmla="*/ 0 h 454983"/>
              <a:gd name="connsiteX15" fmla="*/ 4221873 w 5400001"/>
              <a:gd name="connsiteY15" fmla="*/ 0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400001" h="454983">
                <a:moveTo>
                  <a:pt x="5400001" y="0"/>
                </a:moveTo>
                <a:lnTo>
                  <a:pt x="4945018" y="454983"/>
                </a:lnTo>
                <a:lnTo>
                  <a:pt x="4221873" y="454983"/>
                </a:lnTo>
                <a:lnTo>
                  <a:pt x="3148030" y="454983"/>
                </a:lnTo>
                <a:lnTo>
                  <a:pt x="2975116" y="454983"/>
                </a:lnTo>
                <a:lnTo>
                  <a:pt x="2424886" y="454983"/>
                </a:lnTo>
                <a:lnTo>
                  <a:pt x="2251971" y="454983"/>
                </a:lnTo>
                <a:lnTo>
                  <a:pt x="1178128" y="454983"/>
                </a:lnTo>
                <a:lnTo>
                  <a:pt x="454983" y="454983"/>
                </a:lnTo>
                <a:lnTo>
                  <a:pt x="0" y="0"/>
                </a:lnTo>
                <a:lnTo>
                  <a:pt x="1178128" y="0"/>
                </a:lnTo>
                <a:lnTo>
                  <a:pt x="1796988" y="0"/>
                </a:lnTo>
                <a:lnTo>
                  <a:pt x="2424886" y="0"/>
                </a:lnTo>
                <a:lnTo>
                  <a:pt x="2975116" y="0"/>
                </a:lnTo>
                <a:lnTo>
                  <a:pt x="3603013" y="0"/>
                </a:lnTo>
                <a:lnTo>
                  <a:pt x="4221873" y="0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20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644EB8A9-3448-445A-908B-A6FF2BA83062}"/>
              </a:ext>
            </a:extLst>
          </p:cNvPr>
          <p:cNvSpPr/>
          <p:nvPr userDrawn="1"/>
        </p:nvSpPr>
        <p:spPr>
          <a:xfrm rot="5400000">
            <a:off x="9546165" y="3193043"/>
            <a:ext cx="4462810" cy="376019"/>
          </a:xfrm>
          <a:custGeom>
            <a:avLst/>
            <a:gdLst>
              <a:gd name="connsiteX0" fmla="*/ 0 w 5400001"/>
              <a:gd name="connsiteY0" fmla="*/ 0 h 454983"/>
              <a:gd name="connsiteX1" fmla="*/ 1178128 w 5400001"/>
              <a:gd name="connsiteY1" fmla="*/ 0 h 454983"/>
              <a:gd name="connsiteX2" fmla="*/ 1796988 w 5400001"/>
              <a:gd name="connsiteY2" fmla="*/ 0 h 454983"/>
              <a:gd name="connsiteX3" fmla="*/ 2424886 w 5400001"/>
              <a:gd name="connsiteY3" fmla="*/ 0 h 454983"/>
              <a:gd name="connsiteX4" fmla="*/ 2975116 w 5400001"/>
              <a:gd name="connsiteY4" fmla="*/ 0 h 454983"/>
              <a:gd name="connsiteX5" fmla="*/ 3603013 w 5400001"/>
              <a:gd name="connsiteY5" fmla="*/ 0 h 454983"/>
              <a:gd name="connsiteX6" fmla="*/ 4221874 w 5400001"/>
              <a:gd name="connsiteY6" fmla="*/ 0 h 454983"/>
              <a:gd name="connsiteX7" fmla="*/ 5400001 w 5400001"/>
              <a:gd name="connsiteY7" fmla="*/ 0 h 454983"/>
              <a:gd name="connsiteX8" fmla="*/ 4945018 w 5400001"/>
              <a:gd name="connsiteY8" fmla="*/ 454983 h 454983"/>
              <a:gd name="connsiteX9" fmla="*/ 4221874 w 5400001"/>
              <a:gd name="connsiteY9" fmla="*/ 454983 h 454983"/>
              <a:gd name="connsiteX10" fmla="*/ 3148030 w 5400001"/>
              <a:gd name="connsiteY10" fmla="*/ 454983 h 454983"/>
              <a:gd name="connsiteX11" fmla="*/ 2975116 w 5400001"/>
              <a:gd name="connsiteY11" fmla="*/ 454983 h 454983"/>
              <a:gd name="connsiteX12" fmla="*/ 2424886 w 5400001"/>
              <a:gd name="connsiteY12" fmla="*/ 454983 h 454983"/>
              <a:gd name="connsiteX13" fmla="*/ 2251971 w 5400001"/>
              <a:gd name="connsiteY13" fmla="*/ 454983 h 454983"/>
              <a:gd name="connsiteX14" fmla="*/ 1178128 w 5400001"/>
              <a:gd name="connsiteY14" fmla="*/ 454983 h 454983"/>
              <a:gd name="connsiteX15" fmla="*/ 454983 w 5400001"/>
              <a:gd name="connsiteY15" fmla="*/ 454983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400001" h="454983">
                <a:moveTo>
                  <a:pt x="0" y="0"/>
                </a:moveTo>
                <a:lnTo>
                  <a:pt x="1178128" y="0"/>
                </a:lnTo>
                <a:lnTo>
                  <a:pt x="1796988" y="0"/>
                </a:lnTo>
                <a:lnTo>
                  <a:pt x="2424886" y="0"/>
                </a:lnTo>
                <a:lnTo>
                  <a:pt x="2975116" y="0"/>
                </a:lnTo>
                <a:lnTo>
                  <a:pt x="3603013" y="0"/>
                </a:lnTo>
                <a:lnTo>
                  <a:pt x="4221874" y="0"/>
                </a:lnTo>
                <a:lnTo>
                  <a:pt x="5400001" y="0"/>
                </a:lnTo>
                <a:lnTo>
                  <a:pt x="4945018" y="454983"/>
                </a:lnTo>
                <a:lnTo>
                  <a:pt x="4221874" y="454983"/>
                </a:lnTo>
                <a:lnTo>
                  <a:pt x="3148030" y="454983"/>
                </a:lnTo>
                <a:lnTo>
                  <a:pt x="2975116" y="454983"/>
                </a:lnTo>
                <a:lnTo>
                  <a:pt x="2424886" y="454983"/>
                </a:lnTo>
                <a:lnTo>
                  <a:pt x="2251971" y="454983"/>
                </a:lnTo>
                <a:lnTo>
                  <a:pt x="1178128" y="454983"/>
                </a:lnTo>
                <a:lnTo>
                  <a:pt x="454983" y="454983"/>
                </a:lnTo>
                <a:close/>
              </a:path>
            </a:pathLst>
          </a:custGeom>
          <a:gradFill flip="none" rotWithShape="1">
            <a:gsLst>
              <a:gs pos="0">
                <a:schemeClr val="tx1">
                  <a:lumMod val="65000"/>
                  <a:lumOff val="35000"/>
                </a:schemeClr>
              </a:gs>
              <a:gs pos="6000">
                <a:schemeClr val="tx1">
                  <a:lumMod val="85000"/>
                  <a:lumOff val="1500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37994DFE-9F5F-4EF6-AE8C-96DECB010088}"/>
              </a:ext>
            </a:extLst>
          </p:cNvPr>
          <p:cNvSpPr/>
          <p:nvPr userDrawn="1"/>
        </p:nvSpPr>
        <p:spPr>
          <a:xfrm rot="10800000" flipV="1">
            <a:off x="6015172" y="1149648"/>
            <a:ext cx="5950408" cy="376019"/>
          </a:xfrm>
          <a:custGeom>
            <a:avLst/>
            <a:gdLst>
              <a:gd name="connsiteX0" fmla="*/ 7199994 w 7199994"/>
              <a:gd name="connsiteY0" fmla="*/ 0 h 454983"/>
              <a:gd name="connsiteX1" fmla="*/ 5003045 w 7199994"/>
              <a:gd name="connsiteY1" fmla="*/ 0 h 454983"/>
              <a:gd name="connsiteX2" fmla="*/ 4775114 w 7199994"/>
              <a:gd name="connsiteY2" fmla="*/ 0 h 454983"/>
              <a:gd name="connsiteX3" fmla="*/ 4621829 w 7199994"/>
              <a:gd name="connsiteY3" fmla="*/ 0 h 454983"/>
              <a:gd name="connsiteX4" fmla="*/ 2578165 w 7199994"/>
              <a:gd name="connsiteY4" fmla="*/ 0 h 454983"/>
              <a:gd name="connsiteX5" fmla="*/ 2424880 w 7199994"/>
              <a:gd name="connsiteY5" fmla="*/ 0 h 454983"/>
              <a:gd name="connsiteX6" fmla="*/ 2196949 w 7199994"/>
              <a:gd name="connsiteY6" fmla="*/ 0 h 454983"/>
              <a:gd name="connsiteX7" fmla="*/ 0 w 7199994"/>
              <a:gd name="connsiteY7" fmla="*/ 0 h 454983"/>
              <a:gd name="connsiteX8" fmla="*/ 454979 w 7199994"/>
              <a:gd name="connsiteY8" fmla="*/ 454983 h 454983"/>
              <a:gd name="connsiteX9" fmla="*/ 2196949 w 7199994"/>
              <a:gd name="connsiteY9" fmla="*/ 454983 h 454983"/>
              <a:gd name="connsiteX10" fmla="*/ 2424880 w 7199994"/>
              <a:gd name="connsiteY10" fmla="*/ 454983 h 454983"/>
              <a:gd name="connsiteX11" fmla="*/ 3033144 w 7199994"/>
              <a:gd name="connsiteY11" fmla="*/ 454983 h 454983"/>
              <a:gd name="connsiteX12" fmla="*/ 4166850 w 7199994"/>
              <a:gd name="connsiteY12" fmla="*/ 454983 h 454983"/>
              <a:gd name="connsiteX13" fmla="*/ 4775114 w 7199994"/>
              <a:gd name="connsiteY13" fmla="*/ 454983 h 454983"/>
              <a:gd name="connsiteX14" fmla="*/ 5003045 w 7199994"/>
              <a:gd name="connsiteY14" fmla="*/ 454983 h 454983"/>
              <a:gd name="connsiteX15" fmla="*/ 6745015 w 7199994"/>
              <a:gd name="connsiteY15" fmla="*/ 454983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199994" h="454983">
                <a:moveTo>
                  <a:pt x="7199994" y="0"/>
                </a:moveTo>
                <a:lnTo>
                  <a:pt x="5003045" y="0"/>
                </a:lnTo>
                <a:lnTo>
                  <a:pt x="4775114" y="0"/>
                </a:lnTo>
                <a:lnTo>
                  <a:pt x="4621829" y="0"/>
                </a:lnTo>
                <a:lnTo>
                  <a:pt x="2578165" y="0"/>
                </a:lnTo>
                <a:lnTo>
                  <a:pt x="2424880" y="0"/>
                </a:lnTo>
                <a:lnTo>
                  <a:pt x="2196949" y="0"/>
                </a:lnTo>
                <a:lnTo>
                  <a:pt x="0" y="0"/>
                </a:lnTo>
                <a:lnTo>
                  <a:pt x="454979" y="454983"/>
                </a:lnTo>
                <a:lnTo>
                  <a:pt x="2196949" y="454983"/>
                </a:lnTo>
                <a:lnTo>
                  <a:pt x="2424880" y="454983"/>
                </a:lnTo>
                <a:lnTo>
                  <a:pt x="3033144" y="454983"/>
                </a:lnTo>
                <a:lnTo>
                  <a:pt x="4166850" y="454983"/>
                </a:lnTo>
                <a:lnTo>
                  <a:pt x="4775114" y="454983"/>
                </a:lnTo>
                <a:lnTo>
                  <a:pt x="5003045" y="454983"/>
                </a:lnTo>
                <a:lnTo>
                  <a:pt x="6745015" y="454983"/>
                </a:lnTo>
                <a:close/>
              </a:path>
            </a:pathLst>
          </a:custGeom>
          <a:gradFill flip="none" rotWithShape="1">
            <a:gsLst>
              <a:gs pos="0">
                <a:schemeClr val="tx1">
                  <a:lumMod val="65000"/>
                  <a:lumOff val="35000"/>
                </a:schemeClr>
              </a:gs>
              <a:gs pos="6000">
                <a:schemeClr val="tx1">
                  <a:lumMod val="85000"/>
                  <a:lumOff val="1500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792FF24B-B6BA-4BFA-AD06-5494D165FEE7}"/>
              </a:ext>
            </a:extLst>
          </p:cNvPr>
          <p:cNvSpPr/>
          <p:nvPr userDrawn="1"/>
        </p:nvSpPr>
        <p:spPr>
          <a:xfrm rot="10800000">
            <a:off x="6015172" y="5236438"/>
            <a:ext cx="5950408" cy="376019"/>
          </a:xfrm>
          <a:custGeom>
            <a:avLst/>
            <a:gdLst>
              <a:gd name="connsiteX0" fmla="*/ 6745015 w 7199994"/>
              <a:gd name="connsiteY0" fmla="*/ 454983 h 454983"/>
              <a:gd name="connsiteX1" fmla="*/ 5003045 w 7199994"/>
              <a:gd name="connsiteY1" fmla="*/ 454983 h 454983"/>
              <a:gd name="connsiteX2" fmla="*/ 4775114 w 7199994"/>
              <a:gd name="connsiteY2" fmla="*/ 454983 h 454983"/>
              <a:gd name="connsiteX3" fmla="*/ 4166850 w 7199994"/>
              <a:gd name="connsiteY3" fmla="*/ 454983 h 454983"/>
              <a:gd name="connsiteX4" fmla="*/ 3033144 w 7199994"/>
              <a:gd name="connsiteY4" fmla="*/ 454983 h 454983"/>
              <a:gd name="connsiteX5" fmla="*/ 2424880 w 7199994"/>
              <a:gd name="connsiteY5" fmla="*/ 454983 h 454983"/>
              <a:gd name="connsiteX6" fmla="*/ 2196949 w 7199994"/>
              <a:gd name="connsiteY6" fmla="*/ 454983 h 454983"/>
              <a:gd name="connsiteX7" fmla="*/ 454979 w 7199994"/>
              <a:gd name="connsiteY7" fmla="*/ 454983 h 454983"/>
              <a:gd name="connsiteX8" fmla="*/ 0 w 7199994"/>
              <a:gd name="connsiteY8" fmla="*/ 0 h 454983"/>
              <a:gd name="connsiteX9" fmla="*/ 2196949 w 7199994"/>
              <a:gd name="connsiteY9" fmla="*/ 0 h 454983"/>
              <a:gd name="connsiteX10" fmla="*/ 2424880 w 7199994"/>
              <a:gd name="connsiteY10" fmla="*/ 0 h 454983"/>
              <a:gd name="connsiteX11" fmla="*/ 2578165 w 7199994"/>
              <a:gd name="connsiteY11" fmla="*/ 0 h 454983"/>
              <a:gd name="connsiteX12" fmla="*/ 4621829 w 7199994"/>
              <a:gd name="connsiteY12" fmla="*/ 0 h 454983"/>
              <a:gd name="connsiteX13" fmla="*/ 4775114 w 7199994"/>
              <a:gd name="connsiteY13" fmla="*/ 0 h 454983"/>
              <a:gd name="connsiteX14" fmla="*/ 5003045 w 7199994"/>
              <a:gd name="connsiteY14" fmla="*/ 0 h 454983"/>
              <a:gd name="connsiteX15" fmla="*/ 7199994 w 7199994"/>
              <a:gd name="connsiteY15" fmla="*/ 0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199994" h="454983">
                <a:moveTo>
                  <a:pt x="6745015" y="454983"/>
                </a:moveTo>
                <a:lnTo>
                  <a:pt x="5003045" y="454983"/>
                </a:lnTo>
                <a:lnTo>
                  <a:pt x="4775114" y="454983"/>
                </a:lnTo>
                <a:lnTo>
                  <a:pt x="4166850" y="454983"/>
                </a:lnTo>
                <a:lnTo>
                  <a:pt x="3033144" y="454983"/>
                </a:lnTo>
                <a:lnTo>
                  <a:pt x="2424880" y="454983"/>
                </a:lnTo>
                <a:lnTo>
                  <a:pt x="2196949" y="454983"/>
                </a:lnTo>
                <a:lnTo>
                  <a:pt x="454979" y="454983"/>
                </a:lnTo>
                <a:lnTo>
                  <a:pt x="0" y="0"/>
                </a:lnTo>
                <a:lnTo>
                  <a:pt x="2196949" y="0"/>
                </a:lnTo>
                <a:lnTo>
                  <a:pt x="2424880" y="0"/>
                </a:lnTo>
                <a:lnTo>
                  <a:pt x="2578165" y="0"/>
                </a:lnTo>
                <a:lnTo>
                  <a:pt x="4621829" y="0"/>
                </a:lnTo>
                <a:lnTo>
                  <a:pt x="4775114" y="0"/>
                </a:lnTo>
                <a:lnTo>
                  <a:pt x="5003045" y="0"/>
                </a:lnTo>
                <a:lnTo>
                  <a:pt x="7199994" y="0"/>
                </a:lnTo>
                <a:close/>
              </a:path>
            </a:pathLst>
          </a:custGeom>
          <a:gradFill flip="none" rotWithShape="1">
            <a:gsLst>
              <a:gs pos="0">
                <a:schemeClr val="tx1">
                  <a:lumMod val="65000"/>
                  <a:lumOff val="35000"/>
                </a:schemeClr>
              </a:gs>
              <a:gs pos="6000">
                <a:schemeClr val="tx1">
                  <a:lumMod val="85000"/>
                  <a:lumOff val="1500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/>
          </a:p>
        </p:txBody>
      </p:sp>
      <p:sp>
        <p:nvSpPr>
          <p:cNvPr id="63" name="Rectangle: Rounded Corners 62" descr="Frame Shadow Front">
            <a:extLst>
              <a:ext uri="{FF2B5EF4-FFF2-40B4-BE49-F238E27FC236}">
                <a16:creationId xmlns:a16="http://schemas.microsoft.com/office/drawing/2014/main" id="{D85D8578-900E-49B6-8598-AFBFA48CD312}"/>
              </a:ext>
            </a:extLst>
          </p:cNvPr>
          <p:cNvSpPr/>
          <p:nvPr userDrawn="1"/>
        </p:nvSpPr>
        <p:spPr>
          <a:xfrm>
            <a:off x="4820350" y="5464663"/>
            <a:ext cx="8070273" cy="625491"/>
          </a:xfrm>
          <a:prstGeom prst="roundRect">
            <a:avLst>
              <a:gd name="adj" fmla="val 50000"/>
            </a:avLst>
          </a:prstGeom>
          <a:solidFill>
            <a:schemeClr val="tx1">
              <a:alpha val="16000"/>
            </a:schemeClr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3" name="Picture Placeholder 72">
            <a:extLst>
              <a:ext uri="{FF2B5EF4-FFF2-40B4-BE49-F238E27FC236}">
                <a16:creationId xmlns:a16="http://schemas.microsoft.com/office/drawing/2014/main" id="{5588BA99-AE2D-49FF-A23A-0EC25DE7EF4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135834" y="2254853"/>
            <a:ext cx="3709084" cy="2231406"/>
          </a:xfrm>
          <a:custGeom>
            <a:avLst/>
            <a:gdLst>
              <a:gd name="connsiteX0" fmla="*/ 0 w 3709084"/>
              <a:gd name="connsiteY0" fmla="*/ 0 h 2231406"/>
              <a:gd name="connsiteX1" fmla="*/ 3709084 w 3709084"/>
              <a:gd name="connsiteY1" fmla="*/ 0 h 2231406"/>
              <a:gd name="connsiteX2" fmla="*/ 3709084 w 3709084"/>
              <a:gd name="connsiteY2" fmla="*/ 2231406 h 2231406"/>
              <a:gd name="connsiteX3" fmla="*/ 0 w 3709084"/>
              <a:gd name="connsiteY3" fmla="*/ 2231406 h 22314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09084" h="2231406">
                <a:moveTo>
                  <a:pt x="0" y="0"/>
                </a:moveTo>
                <a:lnTo>
                  <a:pt x="3709084" y="0"/>
                </a:lnTo>
                <a:lnTo>
                  <a:pt x="3709084" y="2231406"/>
                </a:lnTo>
                <a:lnTo>
                  <a:pt x="0" y="2231406"/>
                </a:lnTo>
                <a:close/>
              </a:path>
            </a:pathLst>
          </a:custGeom>
          <a:solidFill>
            <a:schemeClr val="bg2"/>
          </a:solidFill>
          <a:ln w="190500">
            <a:solidFill>
              <a:schemeClr val="tx1"/>
            </a:solidFill>
            <a:miter lim="800000"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600" i="1"/>
            </a:lvl1pPr>
          </a:lstStyle>
          <a:p>
            <a:r>
              <a:rPr lang="en-US" noProof="0" dirty="0"/>
              <a:t>Drag &amp; Drop or Insert your Image</a:t>
            </a:r>
          </a:p>
          <a:p>
            <a:endParaRPr lang="en-US" noProof="0" dirty="0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37F5A11A-13DA-4619-890B-B771FACD402E}"/>
              </a:ext>
            </a:extLst>
          </p:cNvPr>
          <p:cNvSpPr/>
          <p:nvPr userDrawn="1"/>
        </p:nvSpPr>
        <p:spPr>
          <a:xfrm rot="5400000">
            <a:off x="2781617" y="3193044"/>
            <a:ext cx="4462810" cy="376019"/>
          </a:xfrm>
          <a:custGeom>
            <a:avLst/>
            <a:gdLst>
              <a:gd name="connsiteX0" fmla="*/ 0 w 5400001"/>
              <a:gd name="connsiteY0" fmla="*/ 0 h 454983"/>
              <a:gd name="connsiteX1" fmla="*/ 1178128 w 5400001"/>
              <a:gd name="connsiteY1" fmla="*/ 0 h 454983"/>
              <a:gd name="connsiteX2" fmla="*/ 1796988 w 5400001"/>
              <a:gd name="connsiteY2" fmla="*/ 0 h 454983"/>
              <a:gd name="connsiteX3" fmla="*/ 2424886 w 5400001"/>
              <a:gd name="connsiteY3" fmla="*/ 0 h 454983"/>
              <a:gd name="connsiteX4" fmla="*/ 2975116 w 5400001"/>
              <a:gd name="connsiteY4" fmla="*/ 0 h 454983"/>
              <a:gd name="connsiteX5" fmla="*/ 3603013 w 5400001"/>
              <a:gd name="connsiteY5" fmla="*/ 0 h 454983"/>
              <a:gd name="connsiteX6" fmla="*/ 4221874 w 5400001"/>
              <a:gd name="connsiteY6" fmla="*/ 0 h 454983"/>
              <a:gd name="connsiteX7" fmla="*/ 5400001 w 5400001"/>
              <a:gd name="connsiteY7" fmla="*/ 0 h 454983"/>
              <a:gd name="connsiteX8" fmla="*/ 4945018 w 5400001"/>
              <a:gd name="connsiteY8" fmla="*/ 454983 h 454983"/>
              <a:gd name="connsiteX9" fmla="*/ 4221874 w 5400001"/>
              <a:gd name="connsiteY9" fmla="*/ 454983 h 454983"/>
              <a:gd name="connsiteX10" fmla="*/ 3148030 w 5400001"/>
              <a:gd name="connsiteY10" fmla="*/ 454983 h 454983"/>
              <a:gd name="connsiteX11" fmla="*/ 2975116 w 5400001"/>
              <a:gd name="connsiteY11" fmla="*/ 454983 h 454983"/>
              <a:gd name="connsiteX12" fmla="*/ 2424886 w 5400001"/>
              <a:gd name="connsiteY12" fmla="*/ 454983 h 454983"/>
              <a:gd name="connsiteX13" fmla="*/ 2251971 w 5400001"/>
              <a:gd name="connsiteY13" fmla="*/ 454983 h 454983"/>
              <a:gd name="connsiteX14" fmla="*/ 1178128 w 5400001"/>
              <a:gd name="connsiteY14" fmla="*/ 454983 h 454983"/>
              <a:gd name="connsiteX15" fmla="*/ 454983 w 5400001"/>
              <a:gd name="connsiteY15" fmla="*/ 454983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400001" h="454983">
                <a:moveTo>
                  <a:pt x="0" y="0"/>
                </a:moveTo>
                <a:lnTo>
                  <a:pt x="1178128" y="0"/>
                </a:lnTo>
                <a:lnTo>
                  <a:pt x="1796988" y="0"/>
                </a:lnTo>
                <a:lnTo>
                  <a:pt x="2424886" y="0"/>
                </a:lnTo>
                <a:lnTo>
                  <a:pt x="2975116" y="0"/>
                </a:lnTo>
                <a:lnTo>
                  <a:pt x="3603013" y="0"/>
                </a:lnTo>
                <a:lnTo>
                  <a:pt x="4221874" y="0"/>
                </a:lnTo>
                <a:lnTo>
                  <a:pt x="5400001" y="0"/>
                </a:lnTo>
                <a:lnTo>
                  <a:pt x="4945018" y="454983"/>
                </a:lnTo>
                <a:lnTo>
                  <a:pt x="4221874" y="454983"/>
                </a:lnTo>
                <a:lnTo>
                  <a:pt x="3148030" y="454983"/>
                </a:lnTo>
                <a:lnTo>
                  <a:pt x="2975116" y="454983"/>
                </a:lnTo>
                <a:lnTo>
                  <a:pt x="2424886" y="454983"/>
                </a:lnTo>
                <a:lnTo>
                  <a:pt x="2251971" y="454983"/>
                </a:lnTo>
                <a:lnTo>
                  <a:pt x="1178128" y="454983"/>
                </a:lnTo>
                <a:lnTo>
                  <a:pt x="454983" y="454983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20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75" name="Group 74" descr="Frame Shadow Back">
            <a:extLst>
              <a:ext uri="{FF2B5EF4-FFF2-40B4-BE49-F238E27FC236}">
                <a16:creationId xmlns:a16="http://schemas.microsoft.com/office/drawing/2014/main" id="{FB5B89E1-A6B1-4DDB-A9B4-7EC20D2B2A92}"/>
              </a:ext>
            </a:extLst>
          </p:cNvPr>
          <p:cNvGrpSpPr/>
          <p:nvPr userDrawn="1"/>
        </p:nvGrpSpPr>
        <p:grpSpPr>
          <a:xfrm>
            <a:off x="872075" y="5465934"/>
            <a:ext cx="7395007" cy="887510"/>
            <a:chOff x="-184150" y="3740827"/>
            <a:chExt cx="13550900" cy="914402"/>
          </a:xfrm>
        </p:grpSpPr>
        <p:sp>
          <p:nvSpPr>
            <p:cNvPr id="76" name="Flowchart: Manual Operation 75">
              <a:extLst>
                <a:ext uri="{FF2B5EF4-FFF2-40B4-BE49-F238E27FC236}">
                  <a16:creationId xmlns:a16="http://schemas.microsoft.com/office/drawing/2014/main" id="{2D0978D1-B4DA-4FBE-BE3A-F373E918B916}"/>
                </a:ext>
              </a:extLst>
            </p:cNvPr>
            <p:cNvSpPr/>
            <p:nvPr/>
          </p:nvSpPr>
          <p:spPr>
            <a:xfrm>
              <a:off x="-184150" y="3822700"/>
              <a:ext cx="13550900" cy="832529"/>
            </a:xfrm>
            <a:prstGeom prst="flowChartManualOperation">
              <a:avLst/>
            </a:prstGeom>
            <a:gradFill>
              <a:gsLst>
                <a:gs pos="0">
                  <a:schemeClr val="tx1">
                    <a:alpha val="0"/>
                  </a:schemeClr>
                </a:gs>
                <a:gs pos="100000">
                  <a:schemeClr val="tx1">
                    <a:alpha val="39000"/>
                  </a:schemeClr>
                </a:gs>
              </a:gsLst>
              <a:lin ang="5400000" scaled="1"/>
            </a:gra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77" name="Flowchart: Manual Operation 76">
              <a:extLst>
                <a:ext uri="{FF2B5EF4-FFF2-40B4-BE49-F238E27FC236}">
                  <a16:creationId xmlns:a16="http://schemas.microsoft.com/office/drawing/2014/main" id="{5FADE8ED-5D46-47CB-82EA-67622EE2198B}"/>
                </a:ext>
              </a:extLst>
            </p:cNvPr>
            <p:cNvSpPr/>
            <p:nvPr/>
          </p:nvSpPr>
          <p:spPr>
            <a:xfrm>
              <a:off x="-184150" y="3740828"/>
              <a:ext cx="13550900" cy="832529"/>
            </a:xfrm>
            <a:prstGeom prst="flowChartManualOperation">
              <a:avLst/>
            </a:prstGeom>
            <a:gradFill>
              <a:gsLst>
                <a:gs pos="65000">
                  <a:schemeClr val="tx1">
                    <a:alpha val="0"/>
                  </a:schemeClr>
                </a:gs>
                <a:gs pos="100000">
                  <a:schemeClr val="tx1">
                    <a:alpha val="39000"/>
                  </a:schemeClr>
                </a:gs>
              </a:gsLst>
              <a:lin ang="54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78" name="Rectangle: Rounded Corners 77" descr="Frame Shadow Front">
            <a:extLst>
              <a:ext uri="{FF2B5EF4-FFF2-40B4-BE49-F238E27FC236}">
                <a16:creationId xmlns:a16="http://schemas.microsoft.com/office/drawing/2014/main" id="{E279A0AA-37D0-4791-A519-24D0A291CA45}"/>
              </a:ext>
            </a:extLst>
          </p:cNvPr>
          <p:cNvSpPr/>
          <p:nvPr userDrawn="1"/>
        </p:nvSpPr>
        <p:spPr>
          <a:xfrm>
            <a:off x="1417677" y="6097638"/>
            <a:ext cx="6099893" cy="756844"/>
          </a:xfrm>
          <a:prstGeom prst="roundRect">
            <a:avLst>
              <a:gd name="adj" fmla="val 50000"/>
            </a:avLst>
          </a:prstGeom>
          <a:solidFill>
            <a:schemeClr val="tx1">
              <a:alpha val="16000"/>
            </a:schemeClr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2943FBF1-5485-4151-834C-B2CB40D8527E}"/>
              </a:ext>
            </a:extLst>
          </p:cNvPr>
          <p:cNvSpPr>
            <a:spLocks/>
          </p:cNvSpPr>
          <p:nvPr userDrawn="1"/>
        </p:nvSpPr>
        <p:spPr>
          <a:xfrm rot="16200000" flipH="1">
            <a:off x="1985103" y="1441193"/>
            <a:ext cx="5198387" cy="371077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innerShdw blurRad="127000" dist="50800" dir="9180000">
              <a:prstClr val="black">
                <a:alpha val="6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C5D85B1C-1099-46AA-8E9A-2BD22308A191}"/>
              </a:ext>
            </a:extLst>
          </p:cNvPr>
          <p:cNvSpPr>
            <a:spLocks/>
          </p:cNvSpPr>
          <p:nvPr userDrawn="1"/>
        </p:nvSpPr>
        <p:spPr>
          <a:xfrm rot="16200000" flipH="1">
            <a:off x="3651915" y="3109138"/>
            <a:ext cx="5950408" cy="37487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E58F30D1-B6AC-49A2-B05A-81B0F4E9BAC4}"/>
              </a:ext>
            </a:extLst>
          </p:cNvPr>
          <p:cNvSpPr>
            <a:spLocks/>
          </p:cNvSpPr>
          <p:nvPr userDrawn="1"/>
        </p:nvSpPr>
        <p:spPr>
          <a:xfrm rot="16200000" flipH="1">
            <a:off x="-436018" y="3109138"/>
            <a:ext cx="5950408" cy="37487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2" name="Freeform: Shape 81">
            <a:extLst>
              <a:ext uri="{FF2B5EF4-FFF2-40B4-BE49-F238E27FC236}">
                <a16:creationId xmlns:a16="http://schemas.microsoft.com/office/drawing/2014/main" id="{BD29426D-2DB8-4AAA-8E65-56725E943C49}"/>
              </a:ext>
            </a:extLst>
          </p:cNvPr>
          <p:cNvSpPr/>
          <p:nvPr userDrawn="1"/>
        </p:nvSpPr>
        <p:spPr>
          <a:xfrm flipV="1">
            <a:off x="2351748" y="5895762"/>
            <a:ext cx="4462811" cy="376019"/>
          </a:xfrm>
          <a:custGeom>
            <a:avLst/>
            <a:gdLst>
              <a:gd name="connsiteX0" fmla="*/ 5400001 w 5400001"/>
              <a:gd name="connsiteY0" fmla="*/ 0 h 454983"/>
              <a:gd name="connsiteX1" fmla="*/ 4945018 w 5400001"/>
              <a:gd name="connsiteY1" fmla="*/ 454983 h 454983"/>
              <a:gd name="connsiteX2" fmla="*/ 4221873 w 5400001"/>
              <a:gd name="connsiteY2" fmla="*/ 454983 h 454983"/>
              <a:gd name="connsiteX3" fmla="*/ 3148030 w 5400001"/>
              <a:gd name="connsiteY3" fmla="*/ 454983 h 454983"/>
              <a:gd name="connsiteX4" fmla="*/ 2975116 w 5400001"/>
              <a:gd name="connsiteY4" fmla="*/ 454983 h 454983"/>
              <a:gd name="connsiteX5" fmla="*/ 2424886 w 5400001"/>
              <a:gd name="connsiteY5" fmla="*/ 454983 h 454983"/>
              <a:gd name="connsiteX6" fmla="*/ 2251971 w 5400001"/>
              <a:gd name="connsiteY6" fmla="*/ 454983 h 454983"/>
              <a:gd name="connsiteX7" fmla="*/ 1178128 w 5400001"/>
              <a:gd name="connsiteY7" fmla="*/ 454983 h 454983"/>
              <a:gd name="connsiteX8" fmla="*/ 454983 w 5400001"/>
              <a:gd name="connsiteY8" fmla="*/ 454983 h 454983"/>
              <a:gd name="connsiteX9" fmla="*/ 0 w 5400001"/>
              <a:gd name="connsiteY9" fmla="*/ 0 h 454983"/>
              <a:gd name="connsiteX10" fmla="*/ 1178128 w 5400001"/>
              <a:gd name="connsiteY10" fmla="*/ 0 h 454983"/>
              <a:gd name="connsiteX11" fmla="*/ 1796988 w 5400001"/>
              <a:gd name="connsiteY11" fmla="*/ 0 h 454983"/>
              <a:gd name="connsiteX12" fmla="*/ 2424886 w 5400001"/>
              <a:gd name="connsiteY12" fmla="*/ 0 h 454983"/>
              <a:gd name="connsiteX13" fmla="*/ 2975116 w 5400001"/>
              <a:gd name="connsiteY13" fmla="*/ 0 h 454983"/>
              <a:gd name="connsiteX14" fmla="*/ 3603013 w 5400001"/>
              <a:gd name="connsiteY14" fmla="*/ 0 h 454983"/>
              <a:gd name="connsiteX15" fmla="*/ 4221873 w 5400001"/>
              <a:gd name="connsiteY15" fmla="*/ 0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400001" h="454983">
                <a:moveTo>
                  <a:pt x="5400001" y="0"/>
                </a:moveTo>
                <a:lnTo>
                  <a:pt x="4945018" y="454983"/>
                </a:lnTo>
                <a:lnTo>
                  <a:pt x="4221873" y="454983"/>
                </a:lnTo>
                <a:lnTo>
                  <a:pt x="3148030" y="454983"/>
                </a:lnTo>
                <a:lnTo>
                  <a:pt x="2975116" y="454983"/>
                </a:lnTo>
                <a:lnTo>
                  <a:pt x="2424886" y="454983"/>
                </a:lnTo>
                <a:lnTo>
                  <a:pt x="2251971" y="454983"/>
                </a:lnTo>
                <a:lnTo>
                  <a:pt x="1178128" y="454983"/>
                </a:lnTo>
                <a:lnTo>
                  <a:pt x="454983" y="454983"/>
                </a:lnTo>
                <a:lnTo>
                  <a:pt x="0" y="0"/>
                </a:lnTo>
                <a:lnTo>
                  <a:pt x="1178128" y="0"/>
                </a:lnTo>
                <a:lnTo>
                  <a:pt x="1796988" y="0"/>
                </a:lnTo>
                <a:lnTo>
                  <a:pt x="2424886" y="0"/>
                </a:lnTo>
                <a:lnTo>
                  <a:pt x="2975116" y="0"/>
                </a:lnTo>
                <a:lnTo>
                  <a:pt x="3603013" y="0"/>
                </a:lnTo>
                <a:lnTo>
                  <a:pt x="4221873" y="0"/>
                </a:lnTo>
                <a:close/>
              </a:path>
            </a:pathLst>
          </a:custGeom>
          <a:gradFill flip="none" rotWithShape="1">
            <a:gsLst>
              <a:gs pos="0">
                <a:schemeClr val="tx1">
                  <a:lumMod val="65000"/>
                  <a:lumOff val="35000"/>
                </a:schemeClr>
              </a:gs>
              <a:gs pos="6000">
                <a:schemeClr val="tx1">
                  <a:lumMod val="85000"/>
                  <a:lumOff val="1500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/>
          </a:p>
        </p:txBody>
      </p:sp>
      <p:sp>
        <p:nvSpPr>
          <p:cNvPr id="83" name="Freeform: Shape 82">
            <a:extLst>
              <a:ext uri="{FF2B5EF4-FFF2-40B4-BE49-F238E27FC236}">
                <a16:creationId xmlns:a16="http://schemas.microsoft.com/office/drawing/2014/main" id="{B406D293-AC7E-422F-8885-33F10EFB500A}"/>
              </a:ext>
            </a:extLst>
          </p:cNvPr>
          <p:cNvSpPr/>
          <p:nvPr userDrawn="1"/>
        </p:nvSpPr>
        <p:spPr>
          <a:xfrm flipH="1">
            <a:off x="2351746" y="321373"/>
            <a:ext cx="4462811" cy="376019"/>
          </a:xfrm>
          <a:custGeom>
            <a:avLst/>
            <a:gdLst>
              <a:gd name="connsiteX0" fmla="*/ 0 w 5400001"/>
              <a:gd name="connsiteY0" fmla="*/ 0 h 454983"/>
              <a:gd name="connsiteX1" fmla="*/ 1178128 w 5400001"/>
              <a:gd name="connsiteY1" fmla="*/ 0 h 454983"/>
              <a:gd name="connsiteX2" fmla="*/ 1796988 w 5400001"/>
              <a:gd name="connsiteY2" fmla="*/ 0 h 454983"/>
              <a:gd name="connsiteX3" fmla="*/ 2424886 w 5400001"/>
              <a:gd name="connsiteY3" fmla="*/ 0 h 454983"/>
              <a:gd name="connsiteX4" fmla="*/ 2975116 w 5400001"/>
              <a:gd name="connsiteY4" fmla="*/ 0 h 454983"/>
              <a:gd name="connsiteX5" fmla="*/ 3603013 w 5400001"/>
              <a:gd name="connsiteY5" fmla="*/ 0 h 454983"/>
              <a:gd name="connsiteX6" fmla="*/ 4221874 w 5400001"/>
              <a:gd name="connsiteY6" fmla="*/ 0 h 454983"/>
              <a:gd name="connsiteX7" fmla="*/ 5400001 w 5400001"/>
              <a:gd name="connsiteY7" fmla="*/ 0 h 454983"/>
              <a:gd name="connsiteX8" fmla="*/ 4945018 w 5400001"/>
              <a:gd name="connsiteY8" fmla="*/ 454983 h 454983"/>
              <a:gd name="connsiteX9" fmla="*/ 4221874 w 5400001"/>
              <a:gd name="connsiteY9" fmla="*/ 454983 h 454983"/>
              <a:gd name="connsiteX10" fmla="*/ 3148030 w 5400001"/>
              <a:gd name="connsiteY10" fmla="*/ 454983 h 454983"/>
              <a:gd name="connsiteX11" fmla="*/ 2975116 w 5400001"/>
              <a:gd name="connsiteY11" fmla="*/ 454983 h 454983"/>
              <a:gd name="connsiteX12" fmla="*/ 2424886 w 5400001"/>
              <a:gd name="connsiteY12" fmla="*/ 454983 h 454983"/>
              <a:gd name="connsiteX13" fmla="*/ 2251971 w 5400001"/>
              <a:gd name="connsiteY13" fmla="*/ 454983 h 454983"/>
              <a:gd name="connsiteX14" fmla="*/ 1178128 w 5400001"/>
              <a:gd name="connsiteY14" fmla="*/ 454983 h 454983"/>
              <a:gd name="connsiteX15" fmla="*/ 454983 w 5400001"/>
              <a:gd name="connsiteY15" fmla="*/ 454983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400001" h="454983">
                <a:moveTo>
                  <a:pt x="0" y="0"/>
                </a:moveTo>
                <a:lnTo>
                  <a:pt x="1178128" y="0"/>
                </a:lnTo>
                <a:lnTo>
                  <a:pt x="1796988" y="0"/>
                </a:lnTo>
                <a:lnTo>
                  <a:pt x="2424886" y="0"/>
                </a:lnTo>
                <a:lnTo>
                  <a:pt x="2975116" y="0"/>
                </a:lnTo>
                <a:lnTo>
                  <a:pt x="3603013" y="0"/>
                </a:lnTo>
                <a:lnTo>
                  <a:pt x="4221874" y="0"/>
                </a:lnTo>
                <a:lnTo>
                  <a:pt x="5400001" y="0"/>
                </a:lnTo>
                <a:lnTo>
                  <a:pt x="4945018" y="454983"/>
                </a:lnTo>
                <a:lnTo>
                  <a:pt x="4221874" y="454983"/>
                </a:lnTo>
                <a:lnTo>
                  <a:pt x="3148030" y="454983"/>
                </a:lnTo>
                <a:lnTo>
                  <a:pt x="2975116" y="454983"/>
                </a:lnTo>
                <a:lnTo>
                  <a:pt x="2424886" y="454983"/>
                </a:lnTo>
                <a:lnTo>
                  <a:pt x="2251971" y="454983"/>
                </a:lnTo>
                <a:lnTo>
                  <a:pt x="1178128" y="454983"/>
                </a:lnTo>
                <a:lnTo>
                  <a:pt x="454983" y="454983"/>
                </a:lnTo>
                <a:close/>
              </a:path>
            </a:pathLst>
          </a:custGeom>
          <a:gradFill flip="none" rotWithShape="1">
            <a:gsLst>
              <a:gs pos="0">
                <a:schemeClr val="tx1">
                  <a:lumMod val="65000"/>
                  <a:lumOff val="35000"/>
                </a:schemeClr>
              </a:gs>
              <a:gs pos="6000">
                <a:schemeClr val="tx1">
                  <a:lumMod val="85000"/>
                  <a:lumOff val="1500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/>
          </a:p>
        </p:txBody>
      </p:sp>
      <p:sp>
        <p:nvSpPr>
          <p:cNvPr id="84" name="Freeform: Shape 83">
            <a:extLst>
              <a:ext uri="{FF2B5EF4-FFF2-40B4-BE49-F238E27FC236}">
                <a16:creationId xmlns:a16="http://schemas.microsoft.com/office/drawing/2014/main" id="{6CDA035B-412A-4E23-AF5E-078EB80C1941}"/>
              </a:ext>
            </a:extLst>
          </p:cNvPr>
          <p:cNvSpPr/>
          <p:nvPr userDrawn="1"/>
        </p:nvSpPr>
        <p:spPr>
          <a:xfrm rot="16200000" flipH="1" flipV="1">
            <a:off x="3651343" y="3108567"/>
            <a:ext cx="5950408" cy="376019"/>
          </a:xfrm>
          <a:custGeom>
            <a:avLst/>
            <a:gdLst>
              <a:gd name="connsiteX0" fmla="*/ 7199994 w 7199994"/>
              <a:gd name="connsiteY0" fmla="*/ 0 h 454983"/>
              <a:gd name="connsiteX1" fmla="*/ 5003045 w 7199994"/>
              <a:gd name="connsiteY1" fmla="*/ 0 h 454983"/>
              <a:gd name="connsiteX2" fmla="*/ 4775114 w 7199994"/>
              <a:gd name="connsiteY2" fmla="*/ 0 h 454983"/>
              <a:gd name="connsiteX3" fmla="*/ 4621829 w 7199994"/>
              <a:gd name="connsiteY3" fmla="*/ 0 h 454983"/>
              <a:gd name="connsiteX4" fmla="*/ 2578165 w 7199994"/>
              <a:gd name="connsiteY4" fmla="*/ 0 h 454983"/>
              <a:gd name="connsiteX5" fmla="*/ 2424880 w 7199994"/>
              <a:gd name="connsiteY5" fmla="*/ 0 h 454983"/>
              <a:gd name="connsiteX6" fmla="*/ 2196949 w 7199994"/>
              <a:gd name="connsiteY6" fmla="*/ 0 h 454983"/>
              <a:gd name="connsiteX7" fmla="*/ 0 w 7199994"/>
              <a:gd name="connsiteY7" fmla="*/ 0 h 454983"/>
              <a:gd name="connsiteX8" fmla="*/ 454979 w 7199994"/>
              <a:gd name="connsiteY8" fmla="*/ 454983 h 454983"/>
              <a:gd name="connsiteX9" fmla="*/ 2196949 w 7199994"/>
              <a:gd name="connsiteY9" fmla="*/ 454983 h 454983"/>
              <a:gd name="connsiteX10" fmla="*/ 2424880 w 7199994"/>
              <a:gd name="connsiteY10" fmla="*/ 454983 h 454983"/>
              <a:gd name="connsiteX11" fmla="*/ 3033144 w 7199994"/>
              <a:gd name="connsiteY11" fmla="*/ 454983 h 454983"/>
              <a:gd name="connsiteX12" fmla="*/ 4166850 w 7199994"/>
              <a:gd name="connsiteY12" fmla="*/ 454983 h 454983"/>
              <a:gd name="connsiteX13" fmla="*/ 4775114 w 7199994"/>
              <a:gd name="connsiteY13" fmla="*/ 454983 h 454983"/>
              <a:gd name="connsiteX14" fmla="*/ 5003045 w 7199994"/>
              <a:gd name="connsiteY14" fmla="*/ 454983 h 454983"/>
              <a:gd name="connsiteX15" fmla="*/ 6745015 w 7199994"/>
              <a:gd name="connsiteY15" fmla="*/ 454983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199994" h="454983">
                <a:moveTo>
                  <a:pt x="7199994" y="0"/>
                </a:moveTo>
                <a:lnTo>
                  <a:pt x="5003045" y="0"/>
                </a:lnTo>
                <a:lnTo>
                  <a:pt x="4775114" y="0"/>
                </a:lnTo>
                <a:lnTo>
                  <a:pt x="4621829" y="0"/>
                </a:lnTo>
                <a:lnTo>
                  <a:pt x="2578165" y="0"/>
                </a:lnTo>
                <a:lnTo>
                  <a:pt x="2424880" y="0"/>
                </a:lnTo>
                <a:lnTo>
                  <a:pt x="2196949" y="0"/>
                </a:lnTo>
                <a:lnTo>
                  <a:pt x="0" y="0"/>
                </a:lnTo>
                <a:lnTo>
                  <a:pt x="454979" y="454983"/>
                </a:lnTo>
                <a:lnTo>
                  <a:pt x="2196949" y="454983"/>
                </a:lnTo>
                <a:lnTo>
                  <a:pt x="2424880" y="454983"/>
                </a:lnTo>
                <a:lnTo>
                  <a:pt x="3033144" y="454983"/>
                </a:lnTo>
                <a:lnTo>
                  <a:pt x="4166850" y="454983"/>
                </a:lnTo>
                <a:lnTo>
                  <a:pt x="4775114" y="454983"/>
                </a:lnTo>
                <a:lnTo>
                  <a:pt x="5003045" y="454983"/>
                </a:lnTo>
                <a:lnTo>
                  <a:pt x="6745015" y="454983"/>
                </a:lnTo>
                <a:close/>
              </a:path>
            </a:pathLst>
          </a:custGeom>
          <a:gradFill flip="none" rotWithShape="1">
            <a:gsLst>
              <a:gs pos="0">
                <a:schemeClr val="tx1">
                  <a:lumMod val="65000"/>
                  <a:lumOff val="35000"/>
                </a:schemeClr>
              </a:gs>
              <a:gs pos="6000">
                <a:schemeClr val="tx1">
                  <a:lumMod val="85000"/>
                  <a:lumOff val="1500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/>
          </a:p>
        </p:txBody>
      </p:sp>
      <p:sp>
        <p:nvSpPr>
          <p:cNvPr id="85" name="Freeform: Shape 84">
            <a:extLst>
              <a:ext uri="{FF2B5EF4-FFF2-40B4-BE49-F238E27FC236}">
                <a16:creationId xmlns:a16="http://schemas.microsoft.com/office/drawing/2014/main" id="{8A093228-2C82-4980-B608-FD111C15262F}"/>
              </a:ext>
            </a:extLst>
          </p:cNvPr>
          <p:cNvSpPr/>
          <p:nvPr userDrawn="1"/>
        </p:nvSpPr>
        <p:spPr>
          <a:xfrm rot="16200000" flipH="1">
            <a:off x="-435447" y="3108566"/>
            <a:ext cx="5950408" cy="376019"/>
          </a:xfrm>
          <a:custGeom>
            <a:avLst/>
            <a:gdLst>
              <a:gd name="connsiteX0" fmla="*/ 6745015 w 7199994"/>
              <a:gd name="connsiteY0" fmla="*/ 454983 h 454983"/>
              <a:gd name="connsiteX1" fmla="*/ 5003045 w 7199994"/>
              <a:gd name="connsiteY1" fmla="*/ 454983 h 454983"/>
              <a:gd name="connsiteX2" fmla="*/ 4775114 w 7199994"/>
              <a:gd name="connsiteY2" fmla="*/ 454983 h 454983"/>
              <a:gd name="connsiteX3" fmla="*/ 4166850 w 7199994"/>
              <a:gd name="connsiteY3" fmla="*/ 454983 h 454983"/>
              <a:gd name="connsiteX4" fmla="*/ 3033144 w 7199994"/>
              <a:gd name="connsiteY4" fmla="*/ 454983 h 454983"/>
              <a:gd name="connsiteX5" fmla="*/ 2424880 w 7199994"/>
              <a:gd name="connsiteY5" fmla="*/ 454983 h 454983"/>
              <a:gd name="connsiteX6" fmla="*/ 2196949 w 7199994"/>
              <a:gd name="connsiteY6" fmla="*/ 454983 h 454983"/>
              <a:gd name="connsiteX7" fmla="*/ 454979 w 7199994"/>
              <a:gd name="connsiteY7" fmla="*/ 454983 h 454983"/>
              <a:gd name="connsiteX8" fmla="*/ 0 w 7199994"/>
              <a:gd name="connsiteY8" fmla="*/ 0 h 454983"/>
              <a:gd name="connsiteX9" fmla="*/ 2196949 w 7199994"/>
              <a:gd name="connsiteY9" fmla="*/ 0 h 454983"/>
              <a:gd name="connsiteX10" fmla="*/ 2424880 w 7199994"/>
              <a:gd name="connsiteY10" fmla="*/ 0 h 454983"/>
              <a:gd name="connsiteX11" fmla="*/ 2578165 w 7199994"/>
              <a:gd name="connsiteY11" fmla="*/ 0 h 454983"/>
              <a:gd name="connsiteX12" fmla="*/ 4621829 w 7199994"/>
              <a:gd name="connsiteY12" fmla="*/ 0 h 454983"/>
              <a:gd name="connsiteX13" fmla="*/ 4775114 w 7199994"/>
              <a:gd name="connsiteY13" fmla="*/ 0 h 454983"/>
              <a:gd name="connsiteX14" fmla="*/ 5003045 w 7199994"/>
              <a:gd name="connsiteY14" fmla="*/ 0 h 454983"/>
              <a:gd name="connsiteX15" fmla="*/ 7199994 w 7199994"/>
              <a:gd name="connsiteY15" fmla="*/ 0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199994" h="454983">
                <a:moveTo>
                  <a:pt x="6745015" y="454983"/>
                </a:moveTo>
                <a:lnTo>
                  <a:pt x="5003045" y="454983"/>
                </a:lnTo>
                <a:lnTo>
                  <a:pt x="4775114" y="454983"/>
                </a:lnTo>
                <a:lnTo>
                  <a:pt x="4166850" y="454983"/>
                </a:lnTo>
                <a:lnTo>
                  <a:pt x="3033144" y="454983"/>
                </a:lnTo>
                <a:lnTo>
                  <a:pt x="2424880" y="454983"/>
                </a:lnTo>
                <a:lnTo>
                  <a:pt x="2196949" y="454983"/>
                </a:lnTo>
                <a:lnTo>
                  <a:pt x="454979" y="454983"/>
                </a:lnTo>
                <a:lnTo>
                  <a:pt x="0" y="0"/>
                </a:lnTo>
                <a:lnTo>
                  <a:pt x="2196949" y="0"/>
                </a:lnTo>
                <a:lnTo>
                  <a:pt x="2424880" y="0"/>
                </a:lnTo>
                <a:lnTo>
                  <a:pt x="2578165" y="0"/>
                </a:lnTo>
                <a:lnTo>
                  <a:pt x="4621829" y="0"/>
                </a:lnTo>
                <a:lnTo>
                  <a:pt x="4775114" y="0"/>
                </a:lnTo>
                <a:lnTo>
                  <a:pt x="5003045" y="0"/>
                </a:lnTo>
                <a:lnTo>
                  <a:pt x="7199994" y="0"/>
                </a:lnTo>
                <a:close/>
              </a:path>
            </a:pathLst>
          </a:custGeom>
          <a:gradFill flip="none" rotWithShape="1">
            <a:gsLst>
              <a:gs pos="0">
                <a:schemeClr val="tx1">
                  <a:lumMod val="65000"/>
                  <a:lumOff val="35000"/>
                </a:schemeClr>
              </a:gs>
              <a:gs pos="6000">
                <a:schemeClr val="tx1">
                  <a:lumMod val="85000"/>
                  <a:lumOff val="1500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noProof="0" dirty="0"/>
          </a:p>
        </p:txBody>
      </p:sp>
      <p:sp>
        <p:nvSpPr>
          <p:cNvPr id="86" name="Picture Placeholder 85">
            <a:extLst>
              <a:ext uri="{FF2B5EF4-FFF2-40B4-BE49-F238E27FC236}">
                <a16:creationId xmlns:a16="http://schemas.microsoft.com/office/drawing/2014/main" id="{9DFC504A-5CF8-4448-B174-09DC1A5D553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477946" y="1442034"/>
            <a:ext cx="2231407" cy="3709084"/>
          </a:xfrm>
          <a:custGeom>
            <a:avLst/>
            <a:gdLst>
              <a:gd name="connsiteX0" fmla="*/ 0 w 2231407"/>
              <a:gd name="connsiteY0" fmla="*/ 0 h 3709084"/>
              <a:gd name="connsiteX1" fmla="*/ 2231407 w 2231407"/>
              <a:gd name="connsiteY1" fmla="*/ 0 h 3709084"/>
              <a:gd name="connsiteX2" fmla="*/ 2231407 w 2231407"/>
              <a:gd name="connsiteY2" fmla="*/ 3709084 h 3709084"/>
              <a:gd name="connsiteX3" fmla="*/ 0 w 2231407"/>
              <a:gd name="connsiteY3" fmla="*/ 3709084 h 3709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31407" h="3709084">
                <a:moveTo>
                  <a:pt x="0" y="0"/>
                </a:moveTo>
                <a:lnTo>
                  <a:pt x="2231407" y="0"/>
                </a:lnTo>
                <a:lnTo>
                  <a:pt x="2231407" y="3709084"/>
                </a:lnTo>
                <a:lnTo>
                  <a:pt x="0" y="3709084"/>
                </a:lnTo>
                <a:close/>
              </a:path>
            </a:pathLst>
          </a:custGeom>
          <a:solidFill>
            <a:schemeClr val="bg2"/>
          </a:solidFill>
          <a:ln w="190500">
            <a:solidFill>
              <a:schemeClr val="tx1"/>
            </a:solidFill>
            <a:miter lim="800000"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600" i="1"/>
            </a:lvl1pPr>
          </a:lstStyle>
          <a:p>
            <a:r>
              <a:rPr lang="en-US" noProof="0" dirty="0"/>
              <a:t>Drag &amp; Drop or Insert your Image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E388136-EA09-4326-919E-2D8BCC1E3795}"/>
              </a:ext>
            </a:extLst>
          </p:cNvPr>
          <p:cNvSpPr/>
          <p:nvPr userDrawn="1"/>
        </p:nvSpPr>
        <p:spPr>
          <a:xfrm>
            <a:off x="999220" y="2349500"/>
            <a:ext cx="1348516" cy="230922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9" name="Picture Placeholder 98">
            <a:extLst>
              <a:ext uri="{FF2B5EF4-FFF2-40B4-BE49-F238E27FC236}">
                <a16:creationId xmlns:a16="http://schemas.microsoft.com/office/drawing/2014/main" id="{335BF416-E6B5-4582-A802-BA4F7EDA15C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192850" y="2558818"/>
            <a:ext cx="1151084" cy="1903347"/>
          </a:xfrm>
          <a:custGeom>
            <a:avLst/>
            <a:gdLst>
              <a:gd name="connsiteX0" fmla="*/ 0 w 2231407"/>
              <a:gd name="connsiteY0" fmla="*/ 0 h 3709084"/>
              <a:gd name="connsiteX1" fmla="*/ 2231407 w 2231407"/>
              <a:gd name="connsiteY1" fmla="*/ 0 h 3709084"/>
              <a:gd name="connsiteX2" fmla="*/ 2231407 w 2231407"/>
              <a:gd name="connsiteY2" fmla="*/ 3709084 h 3709084"/>
              <a:gd name="connsiteX3" fmla="*/ 0 w 2231407"/>
              <a:gd name="connsiteY3" fmla="*/ 3709084 h 3709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31407" h="3709084">
                <a:moveTo>
                  <a:pt x="0" y="0"/>
                </a:moveTo>
                <a:lnTo>
                  <a:pt x="2231407" y="0"/>
                </a:lnTo>
                <a:lnTo>
                  <a:pt x="2231407" y="3709084"/>
                </a:lnTo>
                <a:lnTo>
                  <a:pt x="0" y="3709084"/>
                </a:lnTo>
                <a:close/>
              </a:path>
            </a:pathLst>
          </a:custGeom>
          <a:solidFill>
            <a:schemeClr val="bg2"/>
          </a:solidFill>
          <a:ln w="190500">
            <a:noFill/>
            <a:miter lim="800000"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600" i="1"/>
            </a:lvl1pPr>
          </a:lstStyle>
          <a:p>
            <a:r>
              <a:rPr lang="en-US" noProof="0" dirty="0"/>
              <a:t>Drag &amp; Drop or Insert your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490FDA-4119-4689-822F-88616B285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46800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49" name="Text Placeholder 2">
            <a:extLst>
              <a:ext uri="{FF2B5EF4-FFF2-40B4-BE49-F238E27FC236}">
                <a16:creationId xmlns:a16="http://schemas.microsoft.com/office/drawing/2014/main" id="{DD0DC513-8608-4729-91A7-671D7A20D2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6544" y="5820446"/>
            <a:ext cx="1739248" cy="584418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Caption / Credits </a:t>
            </a:r>
          </a:p>
        </p:txBody>
      </p: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D59D2894-077B-4B91-B524-D3AFF66DD0C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05856" y="572027"/>
            <a:ext cx="3436734" cy="440500"/>
          </a:xfrm>
        </p:spPr>
        <p:txBody>
          <a:bodyPr anchor="b"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Caption / Credits </a:t>
            </a:r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B6068C38-3D38-4447-9D5B-5197031D609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05856" y="5681839"/>
            <a:ext cx="1739248" cy="584418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Caption / Credits </a:t>
            </a:r>
          </a:p>
        </p:txBody>
      </p:sp>
    </p:spTree>
    <p:extLst>
      <p:ext uri="{BB962C8B-B14F-4D97-AF65-F5344CB8AC3E}">
        <p14:creationId xmlns:p14="http://schemas.microsoft.com/office/powerpoint/2010/main" val="13760232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- Dark">
    <p:bg>
      <p:bgPr>
        <a:gradFill>
          <a:gsLst>
            <a:gs pos="0">
              <a:schemeClr val="tx1">
                <a:lumMod val="85000"/>
                <a:lumOff val="15000"/>
              </a:schemeClr>
            </a:gs>
            <a:gs pos="28000">
              <a:schemeClr val="tx1">
                <a:lumMod val="95000"/>
                <a:lumOff val="5000"/>
              </a:schemeClr>
            </a:gs>
            <a:gs pos="100000">
              <a:schemeClr val="tx1">
                <a:lumMod val="85000"/>
                <a:lumOff val="15000"/>
              </a:schemeClr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043B3-E384-42D1-A131-FE70C5AAE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6368" y="1313332"/>
            <a:ext cx="4621081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F430AD-B58C-436A-BDAC-A9377A4F75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26368" y="4193057"/>
            <a:ext cx="462108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pic>
        <p:nvPicPr>
          <p:cNvPr id="32" name="Picture 31" descr="Picture 15">
            <a:extLst>
              <a:ext uri="{FF2B5EF4-FFF2-40B4-BE49-F238E27FC236}">
                <a16:creationId xmlns:a16="http://schemas.microsoft.com/office/drawing/2014/main" id="{1DDC01ED-C3B0-4EBE-9A1C-18C42F632A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7257" y="6040767"/>
            <a:ext cx="8985704" cy="750560"/>
          </a:xfrm>
          <a:custGeom>
            <a:avLst/>
            <a:gdLst>
              <a:gd name="connsiteX0" fmla="*/ 0 w 8985704"/>
              <a:gd name="connsiteY0" fmla="*/ 0 h 750560"/>
              <a:gd name="connsiteX1" fmla="*/ 1494297 w 8985704"/>
              <a:gd name="connsiteY1" fmla="*/ 0 h 750560"/>
              <a:gd name="connsiteX2" fmla="*/ 1494297 w 8985704"/>
              <a:gd name="connsiteY2" fmla="*/ 355816 h 750560"/>
              <a:gd name="connsiteX3" fmla="*/ 5957108 w 8985704"/>
              <a:gd name="connsiteY3" fmla="*/ 355816 h 750560"/>
              <a:gd name="connsiteX4" fmla="*/ 5957108 w 8985704"/>
              <a:gd name="connsiteY4" fmla="*/ 0 h 750560"/>
              <a:gd name="connsiteX5" fmla="*/ 8985704 w 8985704"/>
              <a:gd name="connsiteY5" fmla="*/ 0 h 750560"/>
              <a:gd name="connsiteX6" fmla="*/ 8985704 w 8985704"/>
              <a:gd name="connsiteY6" fmla="*/ 750560 h 750560"/>
              <a:gd name="connsiteX7" fmla="*/ 0 w 8985704"/>
              <a:gd name="connsiteY7" fmla="*/ 750560 h 750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985704" h="750560">
                <a:moveTo>
                  <a:pt x="0" y="0"/>
                </a:moveTo>
                <a:lnTo>
                  <a:pt x="1494297" y="0"/>
                </a:lnTo>
                <a:lnTo>
                  <a:pt x="1494297" y="355816"/>
                </a:lnTo>
                <a:lnTo>
                  <a:pt x="5957108" y="355816"/>
                </a:lnTo>
                <a:lnTo>
                  <a:pt x="5957108" y="0"/>
                </a:lnTo>
                <a:lnTo>
                  <a:pt x="8985704" y="0"/>
                </a:lnTo>
                <a:lnTo>
                  <a:pt x="8985704" y="750560"/>
                </a:lnTo>
                <a:lnTo>
                  <a:pt x="0" y="750560"/>
                </a:lnTo>
                <a:close/>
              </a:path>
            </a:pathLst>
          </a:custGeom>
          <a:ln w="12700">
            <a:miter lim="400000"/>
          </a:ln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804EF802-EE80-4988-88A0-5E6C30512E5D}"/>
              </a:ext>
            </a:extLst>
          </p:cNvPr>
          <p:cNvGrpSpPr/>
          <p:nvPr userDrawn="1"/>
        </p:nvGrpSpPr>
        <p:grpSpPr>
          <a:xfrm>
            <a:off x="1472526" y="453796"/>
            <a:ext cx="4462813" cy="5950409"/>
            <a:chOff x="1472526" y="453796"/>
            <a:chExt cx="4462813" cy="5950409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770CAF2-CBA4-4FA9-BCED-168DD06C8DC9}"/>
                </a:ext>
              </a:extLst>
            </p:cNvPr>
            <p:cNvSpPr>
              <a:spLocks/>
            </p:cNvSpPr>
            <p:nvPr/>
          </p:nvSpPr>
          <p:spPr>
            <a:xfrm rot="16200000" flipH="1">
              <a:off x="1105883" y="1573617"/>
              <a:ext cx="5198387" cy="371077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  <a:effectLst>
              <a:innerShdw blurRad="127000" dist="50800" dir="9180000">
                <a:prstClr val="black">
                  <a:alpha val="6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184F5CE-53CB-43EB-A141-40C974FB8D05}"/>
                </a:ext>
              </a:extLst>
            </p:cNvPr>
            <p:cNvSpPr>
              <a:spLocks/>
            </p:cNvSpPr>
            <p:nvPr/>
          </p:nvSpPr>
          <p:spPr>
            <a:xfrm rot="16200000" flipH="1">
              <a:off x="2772695" y="3241562"/>
              <a:ext cx="5950408" cy="37487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2404699-7BA4-48C2-890A-6519B569D704}"/>
                </a:ext>
              </a:extLst>
            </p:cNvPr>
            <p:cNvSpPr>
              <a:spLocks/>
            </p:cNvSpPr>
            <p:nvPr/>
          </p:nvSpPr>
          <p:spPr>
            <a:xfrm rot="16200000" flipH="1">
              <a:off x="-1315238" y="3241562"/>
              <a:ext cx="5950408" cy="37487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412DCC5-0CB3-4F36-AB9E-75C60E66D547}"/>
                </a:ext>
              </a:extLst>
            </p:cNvPr>
            <p:cNvSpPr/>
            <p:nvPr userDrawn="1"/>
          </p:nvSpPr>
          <p:spPr>
            <a:xfrm flipV="1">
              <a:off x="1472528" y="6028186"/>
              <a:ext cx="4462811" cy="376019"/>
            </a:xfrm>
            <a:custGeom>
              <a:avLst/>
              <a:gdLst>
                <a:gd name="connsiteX0" fmla="*/ 5400001 w 5400001"/>
                <a:gd name="connsiteY0" fmla="*/ 0 h 454983"/>
                <a:gd name="connsiteX1" fmla="*/ 4945018 w 5400001"/>
                <a:gd name="connsiteY1" fmla="*/ 454983 h 454983"/>
                <a:gd name="connsiteX2" fmla="*/ 4221873 w 5400001"/>
                <a:gd name="connsiteY2" fmla="*/ 454983 h 454983"/>
                <a:gd name="connsiteX3" fmla="*/ 3148030 w 5400001"/>
                <a:gd name="connsiteY3" fmla="*/ 454983 h 454983"/>
                <a:gd name="connsiteX4" fmla="*/ 2975116 w 5400001"/>
                <a:gd name="connsiteY4" fmla="*/ 454983 h 454983"/>
                <a:gd name="connsiteX5" fmla="*/ 2424886 w 5400001"/>
                <a:gd name="connsiteY5" fmla="*/ 454983 h 454983"/>
                <a:gd name="connsiteX6" fmla="*/ 2251971 w 5400001"/>
                <a:gd name="connsiteY6" fmla="*/ 454983 h 454983"/>
                <a:gd name="connsiteX7" fmla="*/ 1178128 w 5400001"/>
                <a:gd name="connsiteY7" fmla="*/ 454983 h 454983"/>
                <a:gd name="connsiteX8" fmla="*/ 454983 w 5400001"/>
                <a:gd name="connsiteY8" fmla="*/ 454983 h 454983"/>
                <a:gd name="connsiteX9" fmla="*/ 0 w 5400001"/>
                <a:gd name="connsiteY9" fmla="*/ 0 h 454983"/>
                <a:gd name="connsiteX10" fmla="*/ 1178128 w 5400001"/>
                <a:gd name="connsiteY10" fmla="*/ 0 h 454983"/>
                <a:gd name="connsiteX11" fmla="*/ 1796988 w 5400001"/>
                <a:gd name="connsiteY11" fmla="*/ 0 h 454983"/>
                <a:gd name="connsiteX12" fmla="*/ 2424886 w 5400001"/>
                <a:gd name="connsiteY12" fmla="*/ 0 h 454983"/>
                <a:gd name="connsiteX13" fmla="*/ 2975116 w 5400001"/>
                <a:gd name="connsiteY13" fmla="*/ 0 h 454983"/>
                <a:gd name="connsiteX14" fmla="*/ 3603013 w 5400001"/>
                <a:gd name="connsiteY14" fmla="*/ 0 h 454983"/>
                <a:gd name="connsiteX15" fmla="*/ 4221873 w 5400001"/>
                <a:gd name="connsiteY15" fmla="*/ 0 h 45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400001" h="454983">
                  <a:moveTo>
                    <a:pt x="5400001" y="0"/>
                  </a:moveTo>
                  <a:lnTo>
                    <a:pt x="4945018" y="454983"/>
                  </a:lnTo>
                  <a:lnTo>
                    <a:pt x="4221873" y="454983"/>
                  </a:lnTo>
                  <a:lnTo>
                    <a:pt x="3148030" y="454983"/>
                  </a:lnTo>
                  <a:lnTo>
                    <a:pt x="2975116" y="454983"/>
                  </a:lnTo>
                  <a:lnTo>
                    <a:pt x="2424886" y="454983"/>
                  </a:lnTo>
                  <a:lnTo>
                    <a:pt x="2251971" y="454983"/>
                  </a:lnTo>
                  <a:lnTo>
                    <a:pt x="1178128" y="454983"/>
                  </a:lnTo>
                  <a:lnTo>
                    <a:pt x="454983" y="454983"/>
                  </a:lnTo>
                  <a:lnTo>
                    <a:pt x="0" y="0"/>
                  </a:lnTo>
                  <a:lnTo>
                    <a:pt x="1178128" y="0"/>
                  </a:lnTo>
                  <a:lnTo>
                    <a:pt x="1796988" y="0"/>
                  </a:lnTo>
                  <a:lnTo>
                    <a:pt x="2424886" y="0"/>
                  </a:lnTo>
                  <a:lnTo>
                    <a:pt x="2975116" y="0"/>
                  </a:lnTo>
                  <a:lnTo>
                    <a:pt x="3603013" y="0"/>
                  </a:lnTo>
                  <a:lnTo>
                    <a:pt x="4221873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tx1">
                    <a:lumMod val="65000"/>
                    <a:lumOff val="35000"/>
                  </a:schemeClr>
                </a:gs>
                <a:gs pos="600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11A57663-D44A-441F-A32C-7D4E3BB4BC5D}"/>
                </a:ext>
              </a:extLst>
            </p:cNvPr>
            <p:cNvSpPr/>
            <p:nvPr userDrawn="1"/>
          </p:nvSpPr>
          <p:spPr>
            <a:xfrm flipH="1">
              <a:off x="1472526" y="453797"/>
              <a:ext cx="4462811" cy="376019"/>
            </a:xfrm>
            <a:custGeom>
              <a:avLst/>
              <a:gdLst>
                <a:gd name="connsiteX0" fmla="*/ 0 w 5400001"/>
                <a:gd name="connsiteY0" fmla="*/ 0 h 454983"/>
                <a:gd name="connsiteX1" fmla="*/ 1178128 w 5400001"/>
                <a:gd name="connsiteY1" fmla="*/ 0 h 454983"/>
                <a:gd name="connsiteX2" fmla="*/ 1796988 w 5400001"/>
                <a:gd name="connsiteY2" fmla="*/ 0 h 454983"/>
                <a:gd name="connsiteX3" fmla="*/ 2424886 w 5400001"/>
                <a:gd name="connsiteY3" fmla="*/ 0 h 454983"/>
                <a:gd name="connsiteX4" fmla="*/ 2975116 w 5400001"/>
                <a:gd name="connsiteY4" fmla="*/ 0 h 454983"/>
                <a:gd name="connsiteX5" fmla="*/ 3603013 w 5400001"/>
                <a:gd name="connsiteY5" fmla="*/ 0 h 454983"/>
                <a:gd name="connsiteX6" fmla="*/ 4221874 w 5400001"/>
                <a:gd name="connsiteY6" fmla="*/ 0 h 454983"/>
                <a:gd name="connsiteX7" fmla="*/ 5400001 w 5400001"/>
                <a:gd name="connsiteY7" fmla="*/ 0 h 454983"/>
                <a:gd name="connsiteX8" fmla="*/ 4945018 w 5400001"/>
                <a:gd name="connsiteY8" fmla="*/ 454983 h 454983"/>
                <a:gd name="connsiteX9" fmla="*/ 4221874 w 5400001"/>
                <a:gd name="connsiteY9" fmla="*/ 454983 h 454983"/>
                <a:gd name="connsiteX10" fmla="*/ 3148030 w 5400001"/>
                <a:gd name="connsiteY10" fmla="*/ 454983 h 454983"/>
                <a:gd name="connsiteX11" fmla="*/ 2975116 w 5400001"/>
                <a:gd name="connsiteY11" fmla="*/ 454983 h 454983"/>
                <a:gd name="connsiteX12" fmla="*/ 2424886 w 5400001"/>
                <a:gd name="connsiteY12" fmla="*/ 454983 h 454983"/>
                <a:gd name="connsiteX13" fmla="*/ 2251971 w 5400001"/>
                <a:gd name="connsiteY13" fmla="*/ 454983 h 454983"/>
                <a:gd name="connsiteX14" fmla="*/ 1178128 w 5400001"/>
                <a:gd name="connsiteY14" fmla="*/ 454983 h 454983"/>
                <a:gd name="connsiteX15" fmla="*/ 454983 w 5400001"/>
                <a:gd name="connsiteY15" fmla="*/ 454983 h 45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400001" h="454983">
                  <a:moveTo>
                    <a:pt x="0" y="0"/>
                  </a:moveTo>
                  <a:lnTo>
                    <a:pt x="1178128" y="0"/>
                  </a:lnTo>
                  <a:lnTo>
                    <a:pt x="1796988" y="0"/>
                  </a:lnTo>
                  <a:lnTo>
                    <a:pt x="2424886" y="0"/>
                  </a:lnTo>
                  <a:lnTo>
                    <a:pt x="2975116" y="0"/>
                  </a:lnTo>
                  <a:lnTo>
                    <a:pt x="3603013" y="0"/>
                  </a:lnTo>
                  <a:lnTo>
                    <a:pt x="4221874" y="0"/>
                  </a:lnTo>
                  <a:lnTo>
                    <a:pt x="5400001" y="0"/>
                  </a:lnTo>
                  <a:lnTo>
                    <a:pt x="4945018" y="454983"/>
                  </a:lnTo>
                  <a:lnTo>
                    <a:pt x="4221874" y="454983"/>
                  </a:lnTo>
                  <a:lnTo>
                    <a:pt x="3148030" y="454983"/>
                  </a:lnTo>
                  <a:lnTo>
                    <a:pt x="2975116" y="454983"/>
                  </a:lnTo>
                  <a:lnTo>
                    <a:pt x="2424886" y="454983"/>
                  </a:lnTo>
                  <a:lnTo>
                    <a:pt x="2251971" y="454983"/>
                  </a:lnTo>
                  <a:lnTo>
                    <a:pt x="1178128" y="454983"/>
                  </a:lnTo>
                  <a:lnTo>
                    <a:pt x="454983" y="454983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tx1">
                    <a:lumMod val="65000"/>
                    <a:lumOff val="35000"/>
                  </a:schemeClr>
                </a:gs>
                <a:gs pos="600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EA8BCD4-2CE5-417C-AB41-D3B00B97C99A}"/>
                </a:ext>
              </a:extLst>
            </p:cNvPr>
            <p:cNvSpPr/>
            <p:nvPr userDrawn="1"/>
          </p:nvSpPr>
          <p:spPr>
            <a:xfrm rot="16200000" flipH="1" flipV="1">
              <a:off x="2772123" y="3240991"/>
              <a:ext cx="5950408" cy="376019"/>
            </a:xfrm>
            <a:custGeom>
              <a:avLst/>
              <a:gdLst>
                <a:gd name="connsiteX0" fmla="*/ 7199994 w 7199994"/>
                <a:gd name="connsiteY0" fmla="*/ 0 h 454983"/>
                <a:gd name="connsiteX1" fmla="*/ 5003045 w 7199994"/>
                <a:gd name="connsiteY1" fmla="*/ 0 h 454983"/>
                <a:gd name="connsiteX2" fmla="*/ 4775114 w 7199994"/>
                <a:gd name="connsiteY2" fmla="*/ 0 h 454983"/>
                <a:gd name="connsiteX3" fmla="*/ 4621829 w 7199994"/>
                <a:gd name="connsiteY3" fmla="*/ 0 h 454983"/>
                <a:gd name="connsiteX4" fmla="*/ 2578165 w 7199994"/>
                <a:gd name="connsiteY4" fmla="*/ 0 h 454983"/>
                <a:gd name="connsiteX5" fmla="*/ 2424880 w 7199994"/>
                <a:gd name="connsiteY5" fmla="*/ 0 h 454983"/>
                <a:gd name="connsiteX6" fmla="*/ 2196949 w 7199994"/>
                <a:gd name="connsiteY6" fmla="*/ 0 h 454983"/>
                <a:gd name="connsiteX7" fmla="*/ 0 w 7199994"/>
                <a:gd name="connsiteY7" fmla="*/ 0 h 454983"/>
                <a:gd name="connsiteX8" fmla="*/ 454979 w 7199994"/>
                <a:gd name="connsiteY8" fmla="*/ 454983 h 454983"/>
                <a:gd name="connsiteX9" fmla="*/ 2196949 w 7199994"/>
                <a:gd name="connsiteY9" fmla="*/ 454983 h 454983"/>
                <a:gd name="connsiteX10" fmla="*/ 2424880 w 7199994"/>
                <a:gd name="connsiteY10" fmla="*/ 454983 h 454983"/>
                <a:gd name="connsiteX11" fmla="*/ 3033144 w 7199994"/>
                <a:gd name="connsiteY11" fmla="*/ 454983 h 454983"/>
                <a:gd name="connsiteX12" fmla="*/ 4166850 w 7199994"/>
                <a:gd name="connsiteY12" fmla="*/ 454983 h 454983"/>
                <a:gd name="connsiteX13" fmla="*/ 4775114 w 7199994"/>
                <a:gd name="connsiteY13" fmla="*/ 454983 h 454983"/>
                <a:gd name="connsiteX14" fmla="*/ 5003045 w 7199994"/>
                <a:gd name="connsiteY14" fmla="*/ 454983 h 454983"/>
                <a:gd name="connsiteX15" fmla="*/ 6745015 w 7199994"/>
                <a:gd name="connsiteY15" fmla="*/ 454983 h 45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199994" h="454983">
                  <a:moveTo>
                    <a:pt x="7199994" y="0"/>
                  </a:moveTo>
                  <a:lnTo>
                    <a:pt x="5003045" y="0"/>
                  </a:lnTo>
                  <a:lnTo>
                    <a:pt x="4775114" y="0"/>
                  </a:lnTo>
                  <a:lnTo>
                    <a:pt x="4621829" y="0"/>
                  </a:lnTo>
                  <a:lnTo>
                    <a:pt x="2578165" y="0"/>
                  </a:lnTo>
                  <a:lnTo>
                    <a:pt x="2424880" y="0"/>
                  </a:lnTo>
                  <a:lnTo>
                    <a:pt x="2196949" y="0"/>
                  </a:lnTo>
                  <a:lnTo>
                    <a:pt x="0" y="0"/>
                  </a:lnTo>
                  <a:lnTo>
                    <a:pt x="454979" y="454983"/>
                  </a:lnTo>
                  <a:lnTo>
                    <a:pt x="2196949" y="454983"/>
                  </a:lnTo>
                  <a:lnTo>
                    <a:pt x="2424880" y="454983"/>
                  </a:lnTo>
                  <a:lnTo>
                    <a:pt x="3033144" y="454983"/>
                  </a:lnTo>
                  <a:lnTo>
                    <a:pt x="4166850" y="454983"/>
                  </a:lnTo>
                  <a:lnTo>
                    <a:pt x="4775114" y="454983"/>
                  </a:lnTo>
                  <a:lnTo>
                    <a:pt x="5003045" y="454983"/>
                  </a:lnTo>
                  <a:lnTo>
                    <a:pt x="6745015" y="454983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tx1">
                    <a:lumMod val="65000"/>
                    <a:lumOff val="35000"/>
                  </a:schemeClr>
                </a:gs>
                <a:gs pos="600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6AA0823-E2D7-47E0-8CED-E708909AD814}"/>
                </a:ext>
              </a:extLst>
            </p:cNvPr>
            <p:cNvSpPr/>
            <p:nvPr userDrawn="1"/>
          </p:nvSpPr>
          <p:spPr>
            <a:xfrm rot="16200000" flipH="1">
              <a:off x="-1314667" y="3240990"/>
              <a:ext cx="5950408" cy="376019"/>
            </a:xfrm>
            <a:custGeom>
              <a:avLst/>
              <a:gdLst>
                <a:gd name="connsiteX0" fmla="*/ 6745015 w 7199994"/>
                <a:gd name="connsiteY0" fmla="*/ 454983 h 454983"/>
                <a:gd name="connsiteX1" fmla="*/ 5003045 w 7199994"/>
                <a:gd name="connsiteY1" fmla="*/ 454983 h 454983"/>
                <a:gd name="connsiteX2" fmla="*/ 4775114 w 7199994"/>
                <a:gd name="connsiteY2" fmla="*/ 454983 h 454983"/>
                <a:gd name="connsiteX3" fmla="*/ 4166850 w 7199994"/>
                <a:gd name="connsiteY3" fmla="*/ 454983 h 454983"/>
                <a:gd name="connsiteX4" fmla="*/ 3033144 w 7199994"/>
                <a:gd name="connsiteY4" fmla="*/ 454983 h 454983"/>
                <a:gd name="connsiteX5" fmla="*/ 2424880 w 7199994"/>
                <a:gd name="connsiteY5" fmla="*/ 454983 h 454983"/>
                <a:gd name="connsiteX6" fmla="*/ 2196949 w 7199994"/>
                <a:gd name="connsiteY6" fmla="*/ 454983 h 454983"/>
                <a:gd name="connsiteX7" fmla="*/ 454979 w 7199994"/>
                <a:gd name="connsiteY7" fmla="*/ 454983 h 454983"/>
                <a:gd name="connsiteX8" fmla="*/ 0 w 7199994"/>
                <a:gd name="connsiteY8" fmla="*/ 0 h 454983"/>
                <a:gd name="connsiteX9" fmla="*/ 2196949 w 7199994"/>
                <a:gd name="connsiteY9" fmla="*/ 0 h 454983"/>
                <a:gd name="connsiteX10" fmla="*/ 2424880 w 7199994"/>
                <a:gd name="connsiteY10" fmla="*/ 0 h 454983"/>
                <a:gd name="connsiteX11" fmla="*/ 2578165 w 7199994"/>
                <a:gd name="connsiteY11" fmla="*/ 0 h 454983"/>
                <a:gd name="connsiteX12" fmla="*/ 4621829 w 7199994"/>
                <a:gd name="connsiteY12" fmla="*/ 0 h 454983"/>
                <a:gd name="connsiteX13" fmla="*/ 4775114 w 7199994"/>
                <a:gd name="connsiteY13" fmla="*/ 0 h 454983"/>
                <a:gd name="connsiteX14" fmla="*/ 5003045 w 7199994"/>
                <a:gd name="connsiteY14" fmla="*/ 0 h 454983"/>
                <a:gd name="connsiteX15" fmla="*/ 7199994 w 7199994"/>
                <a:gd name="connsiteY15" fmla="*/ 0 h 45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199994" h="454983">
                  <a:moveTo>
                    <a:pt x="6745015" y="454983"/>
                  </a:moveTo>
                  <a:lnTo>
                    <a:pt x="5003045" y="454983"/>
                  </a:lnTo>
                  <a:lnTo>
                    <a:pt x="4775114" y="454983"/>
                  </a:lnTo>
                  <a:lnTo>
                    <a:pt x="4166850" y="454983"/>
                  </a:lnTo>
                  <a:lnTo>
                    <a:pt x="3033144" y="454983"/>
                  </a:lnTo>
                  <a:lnTo>
                    <a:pt x="2424880" y="454983"/>
                  </a:lnTo>
                  <a:lnTo>
                    <a:pt x="2196949" y="454983"/>
                  </a:lnTo>
                  <a:lnTo>
                    <a:pt x="454979" y="454983"/>
                  </a:lnTo>
                  <a:lnTo>
                    <a:pt x="0" y="0"/>
                  </a:lnTo>
                  <a:lnTo>
                    <a:pt x="2196949" y="0"/>
                  </a:lnTo>
                  <a:lnTo>
                    <a:pt x="2424880" y="0"/>
                  </a:lnTo>
                  <a:lnTo>
                    <a:pt x="2578165" y="0"/>
                  </a:lnTo>
                  <a:lnTo>
                    <a:pt x="4621829" y="0"/>
                  </a:lnTo>
                  <a:lnTo>
                    <a:pt x="4775114" y="0"/>
                  </a:lnTo>
                  <a:lnTo>
                    <a:pt x="5003045" y="0"/>
                  </a:lnTo>
                  <a:lnTo>
                    <a:pt x="7199994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tx1">
                    <a:lumMod val="65000"/>
                    <a:lumOff val="35000"/>
                  </a:schemeClr>
                </a:gs>
                <a:gs pos="600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6F8401CE-C46C-4D80-AE99-15F982CA6A0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598725" y="1574458"/>
            <a:ext cx="2231407" cy="3709084"/>
          </a:xfrm>
          <a:custGeom>
            <a:avLst/>
            <a:gdLst>
              <a:gd name="connsiteX0" fmla="*/ 0 w 2231407"/>
              <a:gd name="connsiteY0" fmla="*/ 0 h 3709084"/>
              <a:gd name="connsiteX1" fmla="*/ 2231407 w 2231407"/>
              <a:gd name="connsiteY1" fmla="*/ 0 h 3709084"/>
              <a:gd name="connsiteX2" fmla="*/ 2231407 w 2231407"/>
              <a:gd name="connsiteY2" fmla="*/ 3709084 h 3709084"/>
              <a:gd name="connsiteX3" fmla="*/ 0 w 2231407"/>
              <a:gd name="connsiteY3" fmla="*/ 3709084 h 3709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31407" h="3709084">
                <a:moveTo>
                  <a:pt x="0" y="0"/>
                </a:moveTo>
                <a:lnTo>
                  <a:pt x="2231407" y="0"/>
                </a:lnTo>
                <a:lnTo>
                  <a:pt x="2231407" y="3709084"/>
                </a:lnTo>
                <a:lnTo>
                  <a:pt x="0" y="3709084"/>
                </a:lnTo>
                <a:close/>
              </a:path>
            </a:pathLst>
          </a:custGeom>
          <a:solidFill>
            <a:schemeClr val="bg2"/>
          </a:solidFill>
          <a:ln w="190500">
            <a:solidFill>
              <a:schemeClr val="tx1"/>
            </a:solidFill>
            <a:miter lim="800000"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600" i="1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Drag &amp; Drop or Insert your Image</a:t>
            </a:r>
          </a:p>
        </p:txBody>
      </p:sp>
    </p:spTree>
    <p:extLst>
      <p:ext uri="{BB962C8B-B14F-4D97-AF65-F5344CB8AC3E}">
        <p14:creationId xmlns:p14="http://schemas.microsoft.com/office/powerpoint/2010/main" val="24469417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redits  - Dark">
    <p:bg>
      <p:bgPr>
        <a:gradFill>
          <a:gsLst>
            <a:gs pos="0">
              <a:schemeClr val="tx1">
                <a:lumMod val="85000"/>
                <a:lumOff val="15000"/>
              </a:schemeClr>
            </a:gs>
            <a:gs pos="28000">
              <a:schemeClr val="tx1">
                <a:lumMod val="95000"/>
                <a:lumOff val="5000"/>
              </a:schemeClr>
            </a:gs>
            <a:gs pos="100000">
              <a:schemeClr val="tx1">
                <a:lumMod val="85000"/>
                <a:lumOff val="15000"/>
              </a:schemeClr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90FDA-4119-4689-822F-88616B285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3877380" cy="1042762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grpSp>
        <p:nvGrpSpPr>
          <p:cNvPr id="35" name="Group 34" descr="Frame Shadow Back">
            <a:extLst>
              <a:ext uri="{FF2B5EF4-FFF2-40B4-BE49-F238E27FC236}">
                <a16:creationId xmlns:a16="http://schemas.microsoft.com/office/drawing/2014/main" id="{6B91956B-8798-4412-AD5E-8CCD87DED0AB}"/>
              </a:ext>
            </a:extLst>
          </p:cNvPr>
          <p:cNvGrpSpPr/>
          <p:nvPr/>
        </p:nvGrpSpPr>
        <p:grpSpPr>
          <a:xfrm>
            <a:off x="4155957" y="4289411"/>
            <a:ext cx="5050889" cy="606181"/>
            <a:chOff x="-184150" y="3740827"/>
            <a:chExt cx="13550900" cy="914402"/>
          </a:xfrm>
          <a:scene3d>
            <a:camera prst="orthographicFront"/>
            <a:lightRig rig="threePt" dir="t"/>
          </a:scene3d>
        </p:grpSpPr>
        <p:sp>
          <p:nvSpPr>
            <p:cNvPr id="75" name="Flowchart: Manual Operation 74">
              <a:extLst>
                <a:ext uri="{FF2B5EF4-FFF2-40B4-BE49-F238E27FC236}">
                  <a16:creationId xmlns:a16="http://schemas.microsoft.com/office/drawing/2014/main" id="{AF8C60B6-3C7A-4E4C-85AB-1E7791FB4BB4}"/>
                </a:ext>
              </a:extLst>
            </p:cNvPr>
            <p:cNvSpPr/>
            <p:nvPr/>
          </p:nvSpPr>
          <p:spPr>
            <a:xfrm>
              <a:off x="-184150" y="3822700"/>
              <a:ext cx="13550900" cy="832529"/>
            </a:xfrm>
            <a:prstGeom prst="flowChartManualOperation">
              <a:avLst/>
            </a:prstGeom>
            <a:gradFill>
              <a:gsLst>
                <a:gs pos="0">
                  <a:schemeClr val="tx1">
                    <a:alpha val="0"/>
                  </a:schemeClr>
                </a:gs>
                <a:gs pos="100000">
                  <a:schemeClr val="tx1">
                    <a:alpha val="39000"/>
                  </a:schemeClr>
                </a:gs>
              </a:gsLst>
              <a:lin ang="5400000" scaled="1"/>
            </a:gra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76" name="Flowchart: Manual Operation 75">
              <a:extLst>
                <a:ext uri="{FF2B5EF4-FFF2-40B4-BE49-F238E27FC236}">
                  <a16:creationId xmlns:a16="http://schemas.microsoft.com/office/drawing/2014/main" id="{265CAC9C-8390-4EDB-9090-ED17BFA7E679}"/>
                </a:ext>
              </a:extLst>
            </p:cNvPr>
            <p:cNvSpPr/>
            <p:nvPr/>
          </p:nvSpPr>
          <p:spPr>
            <a:xfrm>
              <a:off x="-184150" y="3740828"/>
              <a:ext cx="13550900" cy="832529"/>
            </a:xfrm>
            <a:prstGeom prst="flowChartManualOperation">
              <a:avLst/>
            </a:prstGeom>
            <a:gradFill>
              <a:gsLst>
                <a:gs pos="65000">
                  <a:schemeClr val="tx1">
                    <a:alpha val="0"/>
                  </a:schemeClr>
                </a:gs>
                <a:gs pos="100000">
                  <a:schemeClr val="tx1">
                    <a:alpha val="39000"/>
                  </a:schemeClr>
                </a:gs>
              </a:gsLst>
              <a:lin ang="54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8CA3F9B-F1E8-46C8-8905-B3B1E924A205}"/>
              </a:ext>
            </a:extLst>
          </p:cNvPr>
          <p:cNvGrpSpPr/>
          <p:nvPr/>
        </p:nvGrpSpPr>
        <p:grpSpPr>
          <a:xfrm rot="5400000" flipH="1">
            <a:off x="4643773" y="1290810"/>
            <a:ext cx="4064210" cy="3048161"/>
            <a:chOff x="2773081" y="728999"/>
            <a:chExt cx="7199996" cy="5400002"/>
          </a:xfrm>
          <a:scene3d>
            <a:camera prst="orthographicFront"/>
            <a:lightRig rig="threePt" dir="t"/>
          </a:scene3d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AECAD86C-C981-4432-AB5E-0361D0A9A58F}"/>
                </a:ext>
              </a:extLst>
            </p:cNvPr>
            <p:cNvSpPr>
              <a:spLocks/>
            </p:cNvSpPr>
            <p:nvPr/>
          </p:nvSpPr>
          <p:spPr>
            <a:xfrm rot="10800000">
              <a:off x="3228053" y="1182600"/>
              <a:ext cx="6290048" cy="449003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  <a:effectLst>
              <a:innerShdw blurRad="127000" dist="50800" dir="9180000">
                <a:prstClr val="black">
                  <a:alpha val="6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42FAD49B-29AA-4F10-B71A-68E0A2B18A00}"/>
                </a:ext>
              </a:extLst>
            </p:cNvPr>
            <p:cNvSpPr>
              <a:spLocks/>
            </p:cNvSpPr>
            <p:nvPr/>
          </p:nvSpPr>
          <p:spPr>
            <a:xfrm rot="10800000">
              <a:off x="2773083" y="729000"/>
              <a:ext cx="7199994" cy="4536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1743235F-CA7A-4D6B-9C76-13DEC6676FD2}"/>
                </a:ext>
              </a:extLst>
            </p:cNvPr>
            <p:cNvSpPr>
              <a:spLocks/>
            </p:cNvSpPr>
            <p:nvPr/>
          </p:nvSpPr>
          <p:spPr>
            <a:xfrm rot="10800000">
              <a:off x="2773083" y="5675398"/>
              <a:ext cx="7199994" cy="4536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4CC652EC-5167-45DB-99E3-F73CF7E9D974}"/>
                </a:ext>
              </a:extLst>
            </p:cNvPr>
            <p:cNvSpPr/>
            <p:nvPr userDrawn="1"/>
          </p:nvSpPr>
          <p:spPr>
            <a:xfrm rot="5400000" flipH="1" flipV="1">
              <a:off x="300573" y="3201507"/>
              <a:ext cx="5400000" cy="454983"/>
            </a:xfrm>
            <a:custGeom>
              <a:avLst/>
              <a:gdLst>
                <a:gd name="connsiteX0" fmla="*/ 5400001 w 5400001"/>
                <a:gd name="connsiteY0" fmla="*/ 0 h 454983"/>
                <a:gd name="connsiteX1" fmla="*/ 4945018 w 5400001"/>
                <a:gd name="connsiteY1" fmla="*/ 454983 h 454983"/>
                <a:gd name="connsiteX2" fmla="*/ 4221873 w 5400001"/>
                <a:gd name="connsiteY2" fmla="*/ 454983 h 454983"/>
                <a:gd name="connsiteX3" fmla="*/ 3148030 w 5400001"/>
                <a:gd name="connsiteY3" fmla="*/ 454983 h 454983"/>
                <a:gd name="connsiteX4" fmla="*/ 2975116 w 5400001"/>
                <a:gd name="connsiteY4" fmla="*/ 454983 h 454983"/>
                <a:gd name="connsiteX5" fmla="*/ 2424886 w 5400001"/>
                <a:gd name="connsiteY5" fmla="*/ 454983 h 454983"/>
                <a:gd name="connsiteX6" fmla="*/ 2251971 w 5400001"/>
                <a:gd name="connsiteY6" fmla="*/ 454983 h 454983"/>
                <a:gd name="connsiteX7" fmla="*/ 1178128 w 5400001"/>
                <a:gd name="connsiteY7" fmla="*/ 454983 h 454983"/>
                <a:gd name="connsiteX8" fmla="*/ 454983 w 5400001"/>
                <a:gd name="connsiteY8" fmla="*/ 454983 h 454983"/>
                <a:gd name="connsiteX9" fmla="*/ 0 w 5400001"/>
                <a:gd name="connsiteY9" fmla="*/ 0 h 454983"/>
                <a:gd name="connsiteX10" fmla="*/ 1178128 w 5400001"/>
                <a:gd name="connsiteY10" fmla="*/ 0 h 454983"/>
                <a:gd name="connsiteX11" fmla="*/ 1796988 w 5400001"/>
                <a:gd name="connsiteY11" fmla="*/ 0 h 454983"/>
                <a:gd name="connsiteX12" fmla="*/ 2424886 w 5400001"/>
                <a:gd name="connsiteY12" fmla="*/ 0 h 454983"/>
                <a:gd name="connsiteX13" fmla="*/ 2975116 w 5400001"/>
                <a:gd name="connsiteY13" fmla="*/ 0 h 454983"/>
                <a:gd name="connsiteX14" fmla="*/ 3603013 w 5400001"/>
                <a:gd name="connsiteY14" fmla="*/ 0 h 454983"/>
                <a:gd name="connsiteX15" fmla="*/ 4221873 w 5400001"/>
                <a:gd name="connsiteY15" fmla="*/ 0 h 45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400001" h="454983">
                  <a:moveTo>
                    <a:pt x="5400001" y="0"/>
                  </a:moveTo>
                  <a:lnTo>
                    <a:pt x="4945018" y="454983"/>
                  </a:lnTo>
                  <a:lnTo>
                    <a:pt x="4221873" y="454983"/>
                  </a:lnTo>
                  <a:lnTo>
                    <a:pt x="3148030" y="454983"/>
                  </a:lnTo>
                  <a:lnTo>
                    <a:pt x="2975116" y="454983"/>
                  </a:lnTo>
                  <a:lnTo>
                    <a:pt x="2424886" y="454983"/>
                  </a:lnTo>
                  <a:lnTo>
                    <a:pt x="2251971" y="454983"/>
                  </a:lnTo>
                  <a:lnTo>
                    <a:pt x="1178128" y="454983"/>
                  </a:lnTo>
                  <a:lnTo>
                    <a:pt x="454983" y="454983"/>
                  </a:lnTo>
                  <a:lnTo>
                    <a:pt x="0" y="0"/>
                  </a:lnTo>
                  <a:lnTo>
                    <a:pt x="1178128" y="0"/>
                  </a:lnTo>
                  <a:lnTo>
                    <a:pt x="1796988" y="0"/>
                  </a:lnTo>
                  <a:lnTo>
                    <a:pt x="2424886" y="0"/>
                  </a:lnTo>
                  <a:lnTo>
                    <a:pt x="2975116" y="0"/>
                  </a:lnTo>
                  <a:lnTo>
                    <a:pt x="3603013" y="0"/>
                  </a:lnTo>
                  <a:lnTo>
                    <a:pt x="4221873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tx1">
                    <a:lumMod val="65000"/>
                    <a:lumOff val="35000"/>
                  </a:schemeClr>
                </a:gs>
                <a:gs pos="600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3CFC632C-6CC1-4D4B-A92E-E46021082CF0}"/>
                </a:ext>
              </a:extLst>
            </p:cNvPr>
            <p:cNvSpPr/>
            <p:nvPr userDrawn="1"/>
          </p:nvSpPr>
          <p:spPr>
            <a:xfrm rot="5400000">
              <a:off x="7045584" y="3201509"/>
              <a:ext cx="5400000" cy="454983"/>
            </a:xfrm>
            <a:custGeom>
              <a:avLst/>
              <a:gdLst>
                <a:gd name="connsiteX0" fmla="*/ 0 w 5400001"/>
                <a:gd name="connsiteY0" fmla="*/ 0 h 454983"/>
                <a:gd name="connsiteX1" fmla="*/ 1178128 w 5400001"/>
                <a:gd name="connsiteY1" fmla="*/ 0 h 454983"/>
                <a:gd name="connsiteX2" fmla="*/ 1796988 w 5400001"/>
                <a:gd name="connsiteY2" fmla="*/ 0 h 454983"/>
                <a:gd name="connsiteX3" fmla="*/ 2424886 w 5400001"/>
                <a:gd name="connsiteY3" fmla="*/ 0 h 454983"/>
                <a:gd name="connsiteX4" fmla="*/ 2975116 w 5400001"/>
                <a:gd name="connsiteY4" fmla="*/ 0 h 454983"/>
                <a:gd name="connsiteX5" fmla="*/ 3603013 w 5400001"/>
                <a:gd name="connsiteY5" fmla="*/ 0 h 454983"/>
                <a:gd name="connsiteX6" fmla="*/ 4221874 w 5400001"/>
                <a:gd name="connsiteY6" fmla="*/ 0 h 454983"/>
                <a:gd name="connsiteX7" fmla="*/ 5400001 w 5400001"/>
                <a:gd name="connsiteY7" fmla="*/ 0 h 454983"/>
                <a:gd name="connsiteX8" fmla="*/ 4945018 w 5400001"/>
                <a:gd name="connsiteY8" fmla="*/ 454983 h 454983"/>
                <a:gd name="connsiteX9" fmla="*/ 4221874 w 5400001"/>
                <a:gd name="connsiteY9" fmla="*/ 454983 h 454983"/>
                <a:gd name="connsiteX10" fmla="*/ 3148030 w 5400001"/>
                <a:gd name="connsiteY10" fmla="*/ 454983 h 454983"/>
                <a:gd name="connsiteX11" fmla="*/ 2975116 w 5400001"/>
                <a:gd name="connsiteY11" fmla="*/ 454983 h 454983"/>
                <a:gd name="connsiteX12" fmla="*/ 2424886 w 5400001"/>
                <a:gd name="connsiteY12" fmla="*/ 454983 h 454983"/>
                <a:gd name="connsiteX13" fmla="*/ 2251971 w 5400001"/>
                <a:gd name="connsiteY13" fmla="*/ 454983 h 454983"/>
                <a:gd name="connsiteX14" fmla="*/ 1178128 w 5400001"/>
                <a:gd name="connsiteY14" fmla="*/ 454983 h 454983"/>
                <a:gd name="connsiteX15" fmla="*/ 454983 w 5400001"/>
                <a:gd name="connsiteY15" fmla="*/ 454983 h 45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400001" h="454983">
                  <a:moveTo>
                    <a:pt x="0" y="0"/>
                  </a:moveTo>
                  <a:lnTo>
                    <a:pt x="1178128" y="0"/>
                  </a:lnTo>
                  <a:lnTo>
                    <a:pt x="1796988" y="0"/>
                  </a:lnTo>
                  <a:lnTo>
                    <a:pt x="2424886" y="0"/>
                  </a:lnTo>
                  <a:lnTo>
                    <a:pt x="2975116" y="0"/>
                  </a:lnTo>
                  <a:lnTo>
                    <a:pt x="3603013" y="0"/>
                  </a:lnTo>
                  <a:lnTo>
                    <a:pt x="4221874" y="0"/>
                  </a:lnTo>
                  <a:lnTo>
                    <a:pt x="5400001" y="0"/>
                  </a:lnTo>
                  <a:lnTo>
                    <a:pt x="4945018" y="454983"/>
                  </a:lnTo>
                  <a:lnTo>
                    <a:pt x="4221874" y="454983"/>
                  </a:lnTo>
                  <a:lnTo>
                    <a:pt x="3148030" y="454983"/>
                  </a:lnTo>
                  <a:lnTo>
                    <a:pt x="2975116" y="454983"/>
                  </a:lnTo>
                  <a:lnTo>
                    <a:pt x="2424886" y="454983"/>
                  </a:lnTo>
                  <a:lnTo>
                    <a:pt x="2251971" y="454983"/>
                  </a:lnTo>
                  <a:lnTo>
                    <a:pt x="1178128" y="454983"/>
                  </a:lnTo>
                  <a:lnTo>
                    <a:pt x="454983" y="454983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tx1">
                    <a:lumMod val="65000"/>
                    <a:lumOff val="35000"/>
                  </a:schemeClr>
                </a:gs>
                <a:gs pos="600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6AFB4B89-A7C4-48BB-A47F-E8478976C411}"/>
                </a:ext>
              </a:extLst>
            </p:cNvPr>
            <p:cNvSpPr/>
            <p:nvPr userDrawn="1"/>
          </p:nvSpPr>
          <p:spPr>
            <a:xfrm rot="10800000" flipV="1">
              <a:off x="2773082" y="729001"/>
              <a:ext cx="7199994" cy="454983"/>
            </a:xfrm>
            <a:custGeom>
              <a:avLst/>
              <a:gdLst>
                <a:gd name="connsiteX0" fmla="*/ 7199994 w 7199994"/>
                <a:gd name="connsiteY0" fmla="*/ 0 h 454983"/>
                <a:gd name="connsiteX1" fmla="*/ 5003045 w 7199994"/>
                <a:gd name="connsiteY1" fmla="*/ 0 h 454983"/>
                <a:gd name="connsiteX2" fmla="*/ 4775114 w 7199994"/>
                <a:gd name="connsiteY2" fmla="*/ 0 h 454983"/>
                <a:gd name="connsiteX3" fmla="*/ 4621829 w 7199994"/>
                <a:gd name="connsiteY3" fmla="*/ 0 h 454983"/>
                <a:gd name="connsiteX4" fmla="*/ 2578165 w 7199994"/>
                <a:gd name="connsiteY4" fmla="*/ 0 h 454983"/>
                <a:gd name="connsiteX5" fmla="*/ 2424880 w 7199994"/>
                <a:gd name="connsiteY5" fmla="*/ 0 h 454983"/>
                <a:gd name="connsiteX6" fmla="*/ 2196949 w 7199994"/>
                <a:gd name="connsiteY6" fmla="*/ 0 h 454983"/>
                <a:gd name="connsiteX7" fmla="*/ 0 w 7199994"/>
                <a:gd name="connsiteY7" fmla="*/ 0 h 454983"/>
                <a:gd name="connsiteX8" fmla="*/ 454979 w 7199994"/>
                <a:gd name="connsiteY8" fmla="*/ 454983 h 454983"/>
                <a:gd name="connsiteX9" fmla="*/ 2196949 w 7199994"/>
                <a:gd name="connsiteY9" fmla="*/ 454983 h 454983"/>
                <a:gd name="connsiteX10" fmla="*/ 2424880 w 7199994"/>
                <a:gd name="connsiteY10" fmla="*/ 454983 h 454983"/>
                <a:gd name="connsiteX11" fmla="*/ 3033144 w 7199994"/>
                <a:gd name="connsiteY11" fmla="*/ 454983 h 454983"/>
                <a:gd name="connsiteX12" fmla="*/ 4166850 w 7199994"/>
                <a:gd name="connsiteY12" fmla="*/ 454983 h 454983"/>
                <a:gd name="connsiteX13" fmla="*/ 4775114 w 7199994"/>
                <a:gd name="connsiteY13" fmla="*/ 454983 h 454983"/>
                <a:gd name="connsiteX14" fmla="*/ 5003045 w 7199994"/>
                <a:gd name="connsiteY14" fmla="*/ 454983 h 454983"/>
                <a:gd name="connsiteX15" fmla="*/ 6745015 w 7199994"/>
                <a:gd name="connsiteY15" fmla="*/ 454983 h 45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199994" h="454983">
                  <a:moveTo>
                    <a:pt x="7199994" y="0"/>
                  </a:moveTo>
                  <a:lnTo>
                    <a:pt x="5003045" y="0"/>
                  </a:lnTo>
                  <a:lnTo>
                    <a:pt x="4775114" y="0"/>
                  </a:lnTo>
                  <a:lnTo>
                    <a:pt x="4621829" y="0"/>
                  </a:lnTo>
                  <a:lnTo>
                    <a:pt x="2578165" y="0"/>
                  </a:lnTo>
                  <a:lnTo>
                    <a:pt x="2424880" y="0"/>
                  </a:lnTo>
                  <a:lnTo>
                    <a:pt x="2196949" y="0"/>
                  </a:lnTo>
                  <a:lnTo>
                    <a:pt x="0" y="0"/>
                  </a:lnTo>
                  <a:lnTo>
                    <a:pt x="454979" y="454983"/>
                  </a:lnTo>
                  <a:lnTo>
                    <a:pt x="2196949" y="454983"/>
                  </a:lnTo>
                  <a:lnTo>
                    <a:pt x="2424880" y="454983"/>
                  </a:lnTo>
                  <a:lnTo>
                    <a:pt x="3033144" y="454983"/>
                  </a:lnTo>
                  <a:lnTo>
                    <a:pt x="4166850" y="454983"/>
                  </a:lnTo>
                  <a:lnTo>
                    <a:pt x="4775114" y="454983"/>
                  </a:lnTo>
                  <a:lnTo>
                    <a:pt x="5003045" y="454983"/>
                  </a:lnTo>
                  <a:lnTo>
                    <a:pt x="6745015" y="454983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tx1">
                    <a:lumMod val="65000"/>
                    <a:lumOff val="35000"/>
                  </a:schemeClr>
                </a:gs>
                <a:gs pos="600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5400000" scaled="1"/>
              <a:tileRect/>
            </a:gradFill>
            <a:ln>
              <a:noFill/>
            </a:ln>
            <a:sp3d extrusionH="1270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4BE72612-E77F-4694-A13E-AB2BFE65A5B6}"/>
                </a:ext>
              </a:extLst>
            </p:cNvPr>
            <p:cNvSpPr/>
            <p:nvPr userDrawn="1"/>
          </p:nvSpPr>
          <p:spPr>
            <a:xfrm rot="10800000">
              <a:off x="2773083" y="5674016"/>
              <a:ext cx="7199994" cy="454983"/>
            </a:xfrm>
            <a:custGeom>
              <a:avLst/>
              <a:gdLst>
                <a:gd name="connsiteX0" fmla="*/ 6745015 w 7199994"/>
                <a:gd name="connsiteY0" fmla="*/ 454983 h 454983"/>
                <a:gd name="connsiteX1" fmla="*/ 5003045 w 7199994"/>
                <a:gd name="connsiteY1" fmla="*/ 454983 h 454983"/>
                <a:gd name="connsiteX2" fmla="*/ 4775114 w 7199994"/>
                <a:gd name="connsiteY2" fmla="*/ 454983 h 454983"/>
                <a:gd name="connsiteX3" fmla="*/ 4166850 w 7199994"/>
                <a:gd name="connsiteY3" fmla="*/ 454983 h 454983"/>
                <a:gd name="connsiteX4" fmla="*/ 3033144 w 7199994"/>
                <a:gd name="connsiteY4" fmla="*/ 454983 h 454983"/>
                <a:gd name="connsiteX5" fmla="*/ 2424880 w 7199994"/>
                <a:gd name="connsiteY5" fmla="*/ 454983 h 454983"/>
                <a:gd name="connsiteX6" fmla="*/ 2196949 w 7199994"/>
                <a:gd name="connsiteY6" fmla="*/ 454983 h 454983"/>
                <a:gd name="connsiteX7" fmla="*/ 454979 w 7199994"/>
                <a:gd name="connsiteY7" fmla="*/ 454983 h 454983"/>
                <a:gd name="connsiteX8" fmla="*/ 0 w 7199994"/>
                <a:gd name="connsiteY8" fmla="*/ 0 h 454983"/>
                <a:gd name="connsiteX9" fmla="*/ 2196949 w 7199994"/>
                <a:gd name="connsiteY9" fmla="*/ 0 h 454983"/>
                <a:gd name="connsiteX10" fmla="*/ 2424880 w 7199994"/>
                <a:gd name="connsiteY10" fmla="*/ 0 h 454983"/>
                <a:gd name="connsiteX11" fmla="*/ 2578165 w 7199994"/>
                <a:gd name="connsiteY11" fmla="*/ 0 h 454983"/>
                <a:gd name="connsiteX12" fmla="*/ 4621829 w 7199994"/>
                <a:gd name="connsiteY12" fmla="*/ 0 h 454983"/>
                <a:gd name="connsiteX13" fmla="*/ 4775114 w 7199994"/>
                <a:gd name="connsiteY13" fmla="*/ 0 h 454983"/>
                <a:gd name="connsiteX14" fmla="*/ 5003045 w 7199994"/>
                <a:gd name="connsiteY14" fmla="*/ 0 h 454983"/>
                <a:gd name="connsiteX15" fmla="*/ 7199994 w 7199994"/>
                <a:gd name="connsiteY15" fmla="*/ 0 h 45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199994" h="454983">
                  <a:moveTo>
                    <a:pt x="6745015" y="454983"/>
                  </a:moveTo>
                  <a:lnTo>
                    <a:pt x="5003045" y="454983"/>
                  </a:lnTo>
                  <a:lnTo>
                    <a:pt x="4775114" y="454983"/>
                  </a:lnTo>
                  <a:lnTo>
                    <a:pt x="4166850" y="454983"/>
                  </a:lnTo>
                  <a:lnTo>
                    <a:pt x="3033144" y="454983"/>
                  </a:lnTo>
                  <a:lnTo>
                    <a:pt x="2424880" y="454983"/>
                  </a:lnTo>
                  <a:lnTo>
                    <a:pt x="2196949" y="454983"/>
                  </a:lnTo>
                  <a:lnTo>
                    <a:pt x="454979" y="454983"/>
                  </a:lnTo>
                  <a:lnTo>
                    <a:pt x="0" y="0"/>
                  </a:lnTo>
                  <a:lnTo>
                    <a:pt x="2196949" y="0"/>
                  </a:lnTo>
                  <a:lnTo>
                    <a:pt x="2424880" y="0"/>
                  </a:lnTo>
                  <a:lnTo>
                    <a:pt x="2578165" y="0"/>
                  </a:lnTo>
                  <a:lnTo>
                    <a:pt x="4621829" y="0"/>
                  </a:lnTo>
                  <a:lnTo>
                    <a:pt x="4775114" y="0"/>
                  </a:lnTo>
                  <a:lnTo>
                    <a:pt x="5003045" y="0"/>
                  </a:lnTo>
                  <a:lnTo>
                    <a:pt x="7199994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tx1">
                    <a:lumMod val="65000"/>
                    <a:lumOff val="35000"/>
                  </a:schemeClr>
                </a:gs>
                <a:gs pos="600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7" name="Rectangle: Rounded Corners 36" descr="Frame Shadow Front">
            <a:extLst>
              <a:ext uri="{FF2B5EF4-FFF2-40B4-BE49-F238E27FC236}">
                <a16:creationId xmlns:a16="http://schemas.microsoft.com/office/drawing/2014/main" id="{2D70F2B6-1FDE-4CC5-B338-DBA96A66A32A}"/>
              </a:ext>
            </a:extLst>
          </p:cNvPr>
          <p:cNvSpPr/>
          <p:nvPr/>
        </p:nvSpPr>
        <p:spPr>
          <a:xfrm>
            <a:off x="4528611" y="4720873"/>
            <a:ext cx="4166309" cy="516935"/>
          </a:xfrm>
          <a:prstGeom prst="roundRect">
            <a:avLst>
              <a:gd name="adj" fmla="val 50000"/>
            </a:avLst>
          </a:prstGeom>
          <a:solidFill>
            <a:schemeClr val="tx1">
              <a:alpha val="16000"/>
            </a:schemeClr>
          </a:solidFill>
          <a:ln>
            <a:noFill/>
          </a:ln>
          <a:effectLst>
            <a:softEdge rad="317500"/>
          </a:effectLst>
          <a:scene3d>
            <a:camera prst="orthographicFron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1B6DC620-FBE7-45AD-B072-6944D632A925}"/>
              </a:ext>
            </a:extLst>
          </p:cNvPr>
          <p:cNvGrpSpPr/>
          <p:nvPr userDrawn="1"/>
        </p:nvGrpSpPr>
        <p:grpSpPr>
          <a:xfrm>
            <a:off x="6737715" y="901413"/>
            <a:ext cx="6111576" cy="5390576"/>
            <a:chOff x="5399316" y="453797"/>
            <a:chExt cx="7395007" cy="6522597"/>
          </a:xfrm>
          <a:scene3d>
            <a:camera prst="perspectiveContrastingLeftFacing"/>
            <a:lightRig rig="threePt" dir="t"/>
          </a:scene3d>
        </p:grpSpPr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F646D9B7-051F-4D2F-ACD2-96AE7D3E203F}"/>
                </a:ext>
              </a:extLst>
            </p:cNvPr>
            <p:cNvGrpSpPr/>
            <p:nvPr/>
          </p:nvGrpSpPr>
          <p:grpSpPr>
            <a:xfrm rot="5400000" flipH="1">
              <a:off x="6113529" y="1197595"/>
              <a:ext cx="5950410" cy="4462813"/>
              <a:chOff x="2773081" y="728999"/>
              <a:chExt cx="7199996" cy="5400002"/>
            </a:xfrm>
          </p:grpSpPr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BCD91A4C-FCF8-449A-BEC9-309046DA111A}"/>
                  </a:ext>
                </a:extLst>
              </p:cNvPr>
              <p:cNvSpPr>
                <a:spLocks/>
              </p:cNvSpPr>
              <p:nvPr/>
            </p:nvSpPr>
            <p:spPr>
              <a:xfrm rot="10800000">
                <a:off x="3228053" y="1182600"/>
                <a:ext cx="6290048" cy="4490030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  <a:effectLst>
                <a:innerShdw blurRad="127000" dist="50800" dir="9180000">
                  <a:prstClr val="black">
                    <a:alpha val="6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7AB5FD3E-DD17-49F7-B1FA-49E69673F62B}"/>
                  </a:ext>
                </a:extLst>
              </p:cNvPr>
              <p:cNvSpPr>
                <a:spLocks/>
              </p:cNvSpPr>
              <p:nvPr/>
            </p:nvSpPr>
            <p:spPr>
              <a:xfrm rot="10800000">
                <a:off x="2773083" y="729000"/>
                <a:ext cx="7199994" cy="4536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1F4D043A-3768-41C1-BC56-B202666A1E24}"/>
                  </a:ext>
                </a:extLst>
              </p:cNvPr>
              <p:cNvSpPr>
                <a:spLocks/>
              </p:cNvSpPr>
              <p:nvPr/>
            </p:nvSpPr>
            <p:spPr>
              <a:xfrm rot="10800000">
                <a:off x="2773083" y="5675398"/>
                <a:ext cx="7199994" cy="4536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D3F0E2C1-3F02-4193-AB07-FD7BE83CA6C5}"/>
                  </a:ext>
                </a:extLst>
              </p:cNvPr>
              <p:cNvSpPr/>
              <p:nvPr userDrawn="1"/>
            </p:nvSpPr>
            <p:spPr>
              <a:xfrm rot="5400000" flipH="1" flipV="1">
                <a:off x="300573" y="3201507"/>
                <a:ext cx="5400000" cy="454983"/>
              </a:xfrm>
              <a:custGeom>
                <a:avLst/>
                <a:gdLst>
                  <a:gd name="connsiteX0" fmla="*/ 5400001 w 5400001"/>
                  <a:gd name="connsiteY0" fmla="*/ 0 h 454983"/>
                  <a:gd name="connsiteX1" fmla="*/ 4945018 w 5400001"/>
                  <a:gd name="connsiteY1" fmla="*/ 454983 h 454983"/>
                  <a:gd name="connsiteX2" fmla="*/ 4221873 w 5400001"/>
                  <a:gd name="connsiteY2" fmla="*/ 454983 h 454983"/>
                  <a:gd name="connsiteX3" fmla="*/ 3148030 w 5400001"/>
                  <a:gd name="connsiteY3" fmla="*/ 454983 h 454983"/>
                  <a:gd name="connsiteX4" fmla="*/ 2975116 w 5400001"/>
                  <a:gd name="connsiteY4" fmla="*/ 454983 h 454983"/>
                  <a:gd name="connsiteX5" fmla="*/ 2424886 w 5400001"/>
                  <a:gd name="connsiteY5" fmla="*/ 454983 h 454983"/>
                  <a:gd name="connsiteX6" fmla="*/ 2251971 w 5400001"/>
                  <a:gd name="connsiteY6" fmla="*/ 454983 h 454983"/>
                  <a:gd name="connsiteX7" fmla="*/ 1178128 w 5400001"/>
                  <a:gd name="connsiteY7" fmla="*/ 454983 h 454983"/>
                  <a:gd name="connsiteX8" fmla="*/ 454983 w 5400001"/>
                  <a:gd name="connsiteY8" fmla="*/ 454983 h 454983"/>
                  <a:gd name="connsiteX9" fmla="*/ 0 w 5400001"/>
                  <a:gd name="connsiteY9" fmla="*/ 0 h 454983"/>
                  <a:gd name="connsiteX10" fmla="*/ 1178128 w 5400001"/>
                  <a:gd name="connsiteY10" fmla="*/ 0 h 454983"/>
                  <a:gd name="connsiteX11" fmla="*/ 1796988 w 5400001"/>
                  <a:gd name="connsiteY11" fmla="*/ 0 h 454983"/>
                  <a:gd name="connsiteX12" fmla="*/ 2424886 w 5400001"/>
                  <a:gd name="connsiteY12" fmla="*/ 0 h 454983"/>
                  <a:gd name="connsiteX13" fmla="*/ 2975116 w 5400001"/>
                  <a:gd name="connsiteY13" fmla="*/ 0 h 454983"/>
                  <a:gd name="connsiteX14" fmla="*/ 3603013 w 5400001"/>
                  <a:gd name="connsiteY14" fmla="*/ 0 h 454983"/>
                  <a:gd name="connsiteX15" fmla="*/ 4221873 w 5400001"/>
                  <a:gd name="connsiteY15" fmla="*/ 0 h 4549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5400001" h="454983">
                    <a:moveTo>
                      <a:pt x="5400001" y="0"/>
                    </a:moveTo>
                    <a:lnTo>
                      <a:pt x="4945018" y="454983"/>
                    </a:lnTo>
                    <a:lnTo>
                      <a:pt x="4221873" y="454983"/>
                    </a:lnTo>
                    <a:lnTo>
                      <a:pt x="3148030" y="454983"/>
                    </a:lnTo>
                    <a:lnTo>
                      <a:pt x="2975116" y="454983"/>
                    </a:lnTo>
                    <a:lnTo>
                      <a:pt x="2424886" y="454983"/>
                    </a:lnTo>
                    <a:lnTo>
                      <a:pt x="2251971" y="454983"/>
                    </a:lnTo>
                    <a:lnTo>
                      <a:pt x="1178128" y="454983"/>
                    </a:lnTo>
                    <a:lnTo>
                      <a:pt x="454983" y="454983"/>
                    </a:lnTo>
                    <a:lnTo>
                      <a:pt x="0" y="0"/>
                    </a:lnTo>
                    <a:lnTo>
                      <a:pt x="1178128" y="0"/>
                    </a:lnTo>
                    <a:lnTo>
                      <a:pt x="1796988" y="0"/>
                    </a:lnTo>
                    <a:lnTo>
                      <a:pt x="2424886" y="0"/>
                    </a:lnTo>
                    <a:lnTo>
                      <a:pt x="2975116" y="0"/>
                    </a:lnTo>
                    <a:lnTo>
                      <a:pt x="3603013" y="0"/>
                    </a:lnTo>
                    <a:lnTo>
                      <a:pt x="4221873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tx1">
                      <a:lumMod val="65000"/>
                      <a:lumOff val="35000"/>
                    </a:schemeClr>
                  </a:gs>
                  <a:gs pos="6000">
                    <a:schemeClr val="tx1">
                      <a:lumMod val="85000"/>
                      <a:lumOff val="1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69685DC8-1772-4A6E-AE31-134128445A4E}"/>
                  </a:ext>
                </a:extLst>
              </p:cNvPr>
              <p:cNvSpPr/>
              <p:nvPr userDrawn="1"/>
            </p:nvSpPr>
            <p:spPr>
              <a:xfrm rot="5400000">
                <a:off x="7045584" y="3201509"/>
                <a:ext cx="5400000" cy="454983"/>
              </a:xfrm>
              <a:custGeom>
                <a:avLst/>
                <a:gdLst>
                  <a:gd name="connsiteX0" fmla="*/ 0 w 5400001"/>
                  <a:gd name="connsiteY0" fmla="*/ 0 h 454983"/>
                  <a:gd name="connsiteX1" fmla="*/ 1178128 w 5400001"/>
                  <a:gd name="connsiteY1" fmla="*/ 0 h 454983"/>
                  <a:gd name="connsiteX2" fmla="*/ 1796988 w 5400001"/>
                  <a:gd name="connsiteY2" fmla="*/ 0 h 454983"/>
                  <a:gd name="connsiteX3" fmla="*/ 2424886 w 5400001"/>
                  <a:gd name="connsiteY3" fmla="*/ 0 h 454983"/>
                  <a:gd name="connsiteX4" fmla="*/ 2975116 w 5400001"/>
                  <a:gd name="connsiteY4" fmla="*/ 0 h 454983"/>
                  <a:gd name="connsiteX5" fmla="*/ 3603013 w 5400001"/>
                  <a:gd name="connsiteY5" fmla="*/ 0 h 454983"/>
                  <a:gd name="connsiteX6" fmla="*/ 4221874 w 5400001"/>
                  <a:gd name="connsiteY6" fmla="*/ 0 h 454983"/>
                  <a:gd name="connsiteX7" fmla="*/ 5400001 w 5400001"/>
                  <a:gd name="connsiteY7" fmla="*/ 0 h 454983"/>
                  <a:gd name="connsiteX8" fmla="*/ 4945018 w 5400001"/>
                  <a:gd name="connsiteY8" fmla="*/ 454983 h 454983"/>
                  <a:gd name="connsiteX9" fmla="*/ 4221874 w 5400001"/>
                  <a:gd name="connsiteY9" fmla="*/ 454983 h 454983"/>
                  <a:gd name="connsiteX10" fmla="*/ 3148030 w 5400001"/>
                  <a:gd name="connsiteY10" fmla="*/ 454983 h 454983"/>
                  <a:gd name="connsiteX11" fmla="*/ 2975116 w 5400001"/>
                  <a:gd name="connsiteY11" fmla="*/ 454983 h 454983"/>
                  <a:gd name="connsiteX12" fmla="*/ 2424886 w 5400001"/>
                  <a:gd name="connsiteY12" fmla="*/ 454983 h 454983"/>
                  <a:gd name="connsiteX13" fmla="*/ 2251971 w 5400001"/>
                  <a:gd name="connsiteY13" fmla="*/ 454983 h 454983"/>
                  <a:gd name="connsiteX14" fmla="*/ 1178128 w 5400001"/>
                  <a:gd name="connsiteY14" fmla="*/ 454983 h 454983"/>
                  <a:gd name="connsiteX15" fmla="*/ 454983 w 5400001"/>
                  <a:gd name="connsiteY15" fmla="*/ 454983 h 4549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5400001" h="454983">
                    <a:moveTo>
                      <a:pt x="0" y="0"/>
                    </a:moveTo>
                    <a:lnTo>
                      <a:pt x="1178128" y="0"/>
                    </a:lnTo>
                    <a:lnTo>
                      <a:pt x="1796988" y="0"/>
                    </a:lnTo>
                    <a:lnTo>
                      <a:pt x="2424886" y="0"/>
                    </a:lnTo>
                    <a:lnTo>
                      <a:pt x="2975116" y="0"/>
                    </a:lnTo>
                    <a:lnTo>
                      <a:pt x="3603013" y="0"/>
                    </a:lnTo>
                    <a:lnTo>
                      <a:pt x="4221874" y="0"/>
                    </a:lnTo>
                    <a:lnTo>
                      <a:pt x="5400001" y="0"/>
                    </a:lnTo>
                    <a:lnTo>
                      <a:pt x="4945018" y="454983"/>
                    </a:lnTo>
                    <a:lnTo>
                      <a:pt x="4221874" y="454983"/>
                    </a:lnTo>
                    <a:lnTo>
                      <a:pt x="3148030" y="454983"/>
                    </a:lnTo>
                    <a:lnTo>
                      <a:pt x="2975116" y="454983"/>
                    </a:lnTo>
                    <a:lnTo>
                      <a:pt x="2424886" y="454983"/>
                    </a:lnTo>
                    <a:lnTo>
                      <a:pt x="2251971" y="454983"/>
                    </a:lnTo>
                    <a:lnTo>
                      <a:pt x="1178128" y="454983"/>
                    </a:lnTo>
                    <a:lnTo>
                      <a:pt x="454983" y="454983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tx1">
                      <a:lumMod val="65000"/>
                      <a:lumOff val="35000"/>
                    </a:schemeClr>
                  </a:gs>
                  <a:gs pos="6000">
                    <a:schemeClr val="tx1">
                      <a:lumMod val="85000"/>
                      <a:lumOff val="1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812CB3B5-F89B-4631-AF9D-69B1EDFDE664}"/>
                  </a:ext>
                </a:extLst>
              </p:cNvPr>
              <p:cNvSpPr/>
              <p:nvPr userDrawn="1"/>
            </p:nvSpPr>
            <p:spPr>
              <a:xfrm rot="10800000" flipV="1">
                <a:off x="2773082" y="729001"/>
                <a:ext cx="7199994" cy="454983"/>
              </a:xfrm>
              <a:custGeom>
                <a:avLst/>
                <a:gdLst>
                  <a:gd name="connsiteX0" fmla="*/ 7199994 w 7199994"/>
                  <a:gd name="connsiteY0" fmla="*/ 0 h 454983"/>
                  <a:gd name="connsiteX1" fmla="*/ 5003045 w 7199994"/>
                  <a:gd name="connsiteY1" fmla="*/ 0 h 454983"/>
                  <a:gd name="connsiteX2" fmla="*/ 4775114 w 7199994"/>
                  <a:gd name="connsiteY2" fmla="*/ 0 h 454983"/>
                  <a:gd name="connsiteX3" fmla="*/ 4621829 w 7199994"/>
                  <a:gd name="connsiteY3" fmla="*/ 0 h 454983"/>
                  <a:gd name="connsiteX4" fmla="*/ 2578165 w 7199994"/>
                  <a:gd name="connsiteY4" fmla="*/ 0 h 454983"/>
                  <a:gd name="connsiteX5" fmla="*/ 2424880 w 7199994"/>
                  <a:gd name="connsiteY5" fmla="*/ 0 h 454983"/>
                  <a:gd name="connsiteX6" fmla="*/ 2196949 w 7199994"/>
                  <a:gd name="connsiteY6" fmla="*/ 0 h 454983"/>
                  <a:gd name="connsiteX7" fmla="*/ 0 w 7199994"/>
                  <a:gd name="connsiteY7" fmla="*/ 0 h 454983"/>
                  <a:gd name="connsiteX8" fmla="*/ 454979 w 7199994"/>
                  <a:gd name="connsiteY8" fmla="*/ 454983 h 454983"/>
                  <a:gd name="connsiteX9" fmla="*/ 2196949 w 7199994"/>
                  <a:gd name="connsiteY9" fmla="*/ 454983 h 454983"/>
                  <a:gd name="connsiteX10" fmla="*/ 2424880 w 7199994"/>
                  <a:gd name="connsiteY10" fmla="*/ 454983 h 454983"/>
                  <a:gd name="connsiteX11" fmla="*/ 3033144 w 7199994"/>
                  <a:gd name="connsiteY11" fmla="*/ 454983 h 454983"/>
                  <a:gd name="connsiteX12" fmla="*/ 4166850 w 7199994"/>
                  <a:gd name="connsiteY12" fmla="*/ 454983 h 454983"/>
                  <a:gd name="connsiteX13" fmla="*/ 4775114 w 7199994"/>
                  <a:gd name="connsiteY13" fmla="*/ 454983 h 454983"/>
                  <a:gd name="connsiteX14" fmla="*/ 5003045 w 7199994"/>
                  <a:gd name="connsiteY14" fmla="*/ 454983 h 454983"/>
                  <a:gd name="connsiteX15" fmla="*/ 6745015 w 7199994"/>
                  <a:gd name="connsiteY15" fmla="*/ 454983 h 4549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7199994" h="454983">
                    <a:moveTo>
                      <a:pt x="7199994" y="0"/>
                    </a:moveTo>
                    <a:lnTo>
                      <a:pt x="5003045" y="0"/>
                    </a:lnTo>
                    <a:lnTo>
                      <a:pt x="4775114" y="0"/>
                    </a:lnTo>
                    <a:lnTo>
                      <a:pt x="4621829" y="0"/>
                    </a:lnTo>
                    <a:lnTo>
                      <a:pt x="2578165" y="0"/>
                    </a:lnTo>
                    <a:lnTo>
                      <a:pt x="2424880" y="0"/>
                    </a:lnTo>
                    <a:lnTo>
                      <a:pt x="2196949" y="0"/>
                    </a:lnTo>
                    <a:lnTo>
                      <a:pt x="0" y="0"/>
                    </a:lnTo>
                    <a:lnTo>
                      <a:pt x="454979" y="454983"/>
                    </a:lnTo>
                    <a:lnTo>
                      <a:pt x="2196949" y="454983"/>
                    </a:lnTo>
                    <a:lnTo>
                      <a:pt x="2424880" y="454983"/>
                    </a:lnTo>
                    <a:lnTo>
                      <a:pt x="3033144" y="454983"/>
                    </a:lnTo>
                    <a:lnTo>
                      <a:pt x="4166850" y="454983"/>
                    </a:lnTo>
                    <a:lnTo>
                      <a:pt x="4775114" y="454983"/>
                    </a:lnTo>
                    <a:lnTo>
                      <a:pt x="5003045" y="454983"/>
                    </a:lnTo>
                    <a:lnTo>
                      <a:pt x="6745015" y="454983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tx1">
                      <a:lumMod val="65000"/>
                      <a:lumOff val="35000"/>
                    </a:schemeClr>
                  </a:gs>
                  <a:gs pos="6000">
                    <a:schemeClr val="tx1">
                      <a:lumMod val="85000"/>
                      <a:lumOff val="1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  <a:sp3d extrusionH="1270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8D409EF7-7D07-4B1A-8CD5-6F8A67115A42}"/>
                  </a:ext>
                </a:extLst>
              </p:cNvPr>
              <p:cNvSpPr/>
              <p:nvPr userDrawn="1"/>
            </p:nvSpPr>
            <p:spPr>
              <a:xfrm rot="10800000">
                <a:off x="2773083" y="5674016"/>
                <a:ext cx="7199994" cy="454983"/>
              </a:xfrm>
              <a:custGeom>
                <a:avLst/>
                <a:gdLst>
                  <a:gd name="connsiteX0" fmla="*/ 6745015 w 7199994"/>
                  <a:gd name="connsiteY0" fmla="*/ 454983 h 454983"/>
                  <a:gd name="connsiteX1" fmla="*/ 5003045 w 7199994"/>
                  <a:gd name="connsiteY1" fmla="*/ 454983 h 454983"/>
                  <a:gd name="connsiteX2" fmla="*/ 4775114 w 7199994"/>
                  <a:gd name="connsiteY2" fmla="*/ 454983 h 454983"/>
                  <a:gd name="connsiteX3" fmla="*/ 4166850 w 7199994"/>
                  <a:gd name="connsiteY3" fmla="*/ 454983 h 454983"/>
                  <a:gd name="connsiteX4" fmla="*/ 3033144 w 7199994"/>
                  <a:gd name="connsiteY4" fmla="*/ 454983 h 454983"/>
                  <a:gd name="connsiteX5" fmla="*/ 2424880 w 7199994"/>
                  <a:gd name="connsiteY5" fmla="*/ 454983 h 454983"/>
                  <a:gd name="connsiteX6" fmla="*/ 2196949 w 7199994"/>
                  <a:gd name="connsiteY6" fmla="*/ 454983 h 454983"/>
                  <a:gd name="connsiteX7" fmla="*/ 454979 w 7199994"/>
                  <a:gd name="connsiteY7" fmla="*/ 454983 h 454983"/>
                  <a:gd name="connsiteX8" fmla="*/ 0 w 7199994"/>
                  <a:gd name="connsiteY8" fmla="*/ 0 h 454983"/>
                  <a:gd name="connsiteX9" fmla="*/ 2196949 w 7199994"/>
                  <a:gd name="connsiteY9" fmla="*/ 0 h 454983"/>
                  <a:gd name="connsiteX10" fmla="*/ 2424880 w 7199994"/>
                  <a:gd name="connsiteY10" fmla="*/ 0 h 454983"/>
                  <a:gd name="connsiteX11" fmla="*/ 2578165 w 7199994"/>
                  <a:gd name="connsiteY11" fmla="*/ 0 h 454983"/>
                  <a:gd name="connsiteX12" fmla="*/ 4621829 w 7199994"/>
                  <a:gd name="connsiteY12" fmla="*/ 0 h 454983"/>
                  <a:gd name="connsiteX13" fmla="*/ 4775114 w 7199994"/>
                  <a:gd name="connsiteY13" fmla="*/ 0 h 454983"/>
                  <a:gd name="connsiteX14" fmla="*/ 5003045 w 7199994"/>
                  <a:gd name="connsiteY14" fmla="*/ 0 h 454983"/>
                  <a:gd name="connsiteX15" fmla="*/ 7199994 w 7199994"/>
                  <a:gd name="connsiteY15" fmla="*/ 0 h 4549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7199994" h="454983">
                    <a:moveTo>
                      <a:pt x="6745015" y="454983"/>
                    </a:moveTo>
                    <a:lnTo>
                      <a:pt x="5003045" y="454983"/>
                    </a:lnTo>
                    <a:lnTo>
                      <a:pt x="4775114" y="454983"/>
                    </a:lnTo>
                    <a:lnTo>
                      <a:pt x="4166850" y="454983"/>
                    </a:lnTo>
                    <a:lnTo>
                      <a:pt x="3033144" y="454983"/>
                    </a:lnTo>
                    <a:lnTo>
                      <a:pt x="2424880" y="454983"/>
                    </a:lnTo>
                    <a:lnTo>
                      <a:pt x="2196949" y="454983"/>
                    </a:lnTo>
                    <a:lnTo>
                      <a:pt x="454979" y="454983"/>
                    </a:lnTo>
                    <a:lnTo>
                      <a:pt x="0" y="0"/>
                    </a:lnTo>
                    <a:lnTo>
                      <a:pt x="2196949" y="0"/>
                    </a:lnTo>
                    <a:lnTo>
                      <a:pt x="2424880" y="0"/>
                    </a:lnTo>
                    <a:lnTo>
                      <a:pt x="2578165" y="0"/>
                    </a:lnTo>
                    <a:lnTo>
                      <a:pt x="4621829" y="0"/>
                    </a:lnTo>
                    <a:lnTo>
                      <a:pt x="4775114" y="0"/>
                    </a:lnTo>
                    <a:lnTo>
                      <a:pt x="5003045" y="0"/>
                    </a:lnTo>
                    <a:lnTo>
                      <a:pt x="7199994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tx1">
                      <a:lumMod val="65000"/>
                      <a:lumOff val="35000"/>
                    </a:schemeClr>
                  </a:gs>
                  <a:gs pos="6000">
                    <a:schemeClr val="tx1">
                      <a:lumMod val="85000"/>
                      <a:lumOff val="1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grpSp>
          <p:nvGrpSpPr>
            <p:cNvPr id="79" name="Group 78" descr="Frame Shadow Back">
              <a:extLst>
                <a:ext uri="{FF2B5EF4-FFF2-40B4-BE49-F238E27FC236}">
                  <a16:creationId xmlns:a16="http://schemas.microsoft.com/office/drawing/2014/main" id="{9B763AD7-BF14-44E2-81FD-F567FC46A494}"/>
                </a:ext>
              </a:extLst>
            </p:cNvPr>
            <p:cNvGrpSpPr/>
            <p:nvPr/>
          </p:nvGrpSpPr>
          <p:grpSpPr>
            <a:xfrm>
              <a:off x="5399316" y="5587846"/>
              <a:ext cx="7395007" cy="887510"/>
              <a:chOff x="-184150" y="3740827"/>
              <a:chExt cx="13550900" cy="914402"/>
            </a:xfrm>
          </p:grpSpPr>
          <p:sp>
            <p:nvSpPr>
              <p:cNvPr id="81" name="Flowchart: Manual Operation 80">
                <a:extLst>
                  <a:ext uri="{FF2B5EF4-FFF2-40B4-BE49-F238E27FC236}">
                    <a16:creationId xmlns:a16="http://schemas.microsoft.com/office/drawing/2014/main" id="{54A72D0E-85F9-4BA4-9CDC-9BCED3AF44E7}"/>
                  </a:ext>
                </a:extLst>
              </p:cNvPr>
              <p:cNvSpPr/>
              <p:nvPr/>
            </p:nvSpPr>
            <p:spPr>
              <a:xfrm>
                <a:off x="-184150" y="3822700"/>
                <a:ext cx="13550900" cy="832529"/>
              </a:xfrm>
              <a:prstGeom prst="flowChartManualOperation">
                <a:avLst/>
              </a:prstGeom>
              <a:gradFill>
                <a:gsLst>
                  <a:gs pos="0">
                    <a:schemeClr val="tx1">
                      <a:alpha val="0"/>
                    </a:schemeClr>
                  </a:gs>
                  <a:gs pos="100000">
                    <a:schemeClr val="tx1">
                      <a:alpha val="39000"/>
                    </a:schemeClr>
                  </a:gs>
                </a:gsLst>
                <a:lin ang="5400000" scaled="1"/>
              </a:gradFill>
              <a:ln>
                <a:noFill/>
              </a:ln>
              <a:effectLst>
                <a:softEdge rad="127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82" name="Flowchart: Manual Operation 81">
                <a:extLst>
                  <a:ext uri="{FF2B5EF4-FFF2-40B4-BE49-F238E27FC236}">
                    <a16:creationId xmlns:a16="http://schemas.microsoft.com/office/drawing/2014/main" id="{E2E1A633-470D-445D-A80A-566F88D396BA}"/>
                  </a:ext>
                </a:extLst>
              </p:cNvPr>
              <p:cNvSpPr/>
              <p:nvPr/>
            </p:nvSpPr>
            <p:spPr>
              <a:xfrm>
                <a:off x="-184150" y="3740828"/>
                <a:ext cx="13550900" cy="832529"/>
              </a:xfrm>
              <a:prstGeom prst="flowChartManualOperation">
                <a:avLst/>
              </a:prstGeom>
              <a:gradFill>
                <a:gsLst>
                  <a:gs pos="65000">
                    <a:schemeClr val="tx1">
                      <a:alpha val="0"/>
                    </a:schemeClr>
                  </a:gs>
                  <a:gs pos="100000">
                    <a:schemeClr val="tx1">
                      <a:alpha val="39000"/>
                    </a:schemeClr>
                  </a:gs>
                </a:gsLst>
                <a:lin ang="5400000" scaled="1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80" name="Rectangle: Rounded Corners 79" descr="Frame Shadow Front">
              <a:extLst>
                <a:ext uri="{FF2B5EF4-FFF2-40B4-BE49-F238E27FC236}">
                  <a16:creationId xmlns:a16="http://schemas.microsoft.com/office/drawing/2014/main" id="{71ECAC6D-DF67-4F60-BE00-91820D08503F}"/>
                </a:ext>
              </a:extLst>
            </p:cNvPr>
            <p:cNvSpPr/>
            <p:nvPr/>
          </p:nvSpPr>
          <p:spPr>
            <a:xfrm>
              <a:off x="5944918" y="6219550"/>
              <a:ext cx="6099893" cy="756844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6000"/>
              </a:schemeClr>
            </a:soli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723DA5C8-BBEF-40F6-AED5-9931EA997494}"/>
              </a:ext>
            </a:extLst>
          </p:cNvPr>
          <p:cNvSpPr>
            <a:spLocks noGrp="1"/>
          </p:cNvSpPr>
          <p:nvPr userDrawn="1">
            <p:ph type="tbl" sz="quarter" idx="10" hasCustomPrompt="1"/>
          </p:nvPr>
        </p:nvSpPr>
        <p:spPr>
          <a:xfrm>
            <a:off x="837496" y="1700213"/>
            <a:ext cx="3877380" cy="3808412"/>
          </a:xfrm>
        </p:spPr>
        <p:txBody>
          <a:bodyPr>
            <a:normAutofit/>
          </a:bodyPr>
          <a:lstStyle>
            <a:lvl1pPr marL="0" indent="0">
              <a:buNone/>
              <a:defRPr sz="1600" b="0" i="1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Create Your Credits Table</a:t>
            </a:r>
          </a:p>
        </p:txBody>
      </p:sp>
      <p:sp>
        <p:nvSpPr>
          <p:cNvPr id="100" name="Picture Placeholder 99">
            <a:extLst>
              <a:ext uri="{FF2B5EF4-FFF2-40B4-BE49-F238E27FC236}">
                <a16:creationId xmlns:a16="http://schemas.microsoft.com/office/drawing/2014/main" id="{83DE6DAD-6B07-441E-9C8F-0ECC02422A9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023252" y="1700541"/>
            <a:ext cx="1292308" cy="2148097"/>
          </a:xfrm>
          <a:custGeom>
            <a:avLst/>
            <a:gdLst>
              <a:gd name="connsiteX0" fmla="*/ 0 w 1292308"/>
              <a:gd name="connsiteY0" fmla="*/ 0 h 2148097"/>
              <a:gd name="connsiteX1" fmla="*/ 1292308 w 1292308"/>
              <a:gd name="connsiteY1" fmla="*/ 0 h 2148097"/>
              <a:gd name="connsiteX2" fmla="*/ 1292308 w 1292308"/>
              <a:gd name="connsiteY2" fmla="*/ 2148097 h 2148097"/>
              <a:gd name="connsiteX3" fmla="*/ 0 w 1292308"/>
              <a:gd name="connsiteY3" fmla="*/ 2148097 h 2148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2308" h="2148097">
                <a:moveTo>
                  <a:pt x="0" y="0"/>
                </a:moveTo>
                <a:lnTo>
                  <a:pt x="1292308" y="0"/>
                </a:lnTo>
                <a:lnTo>
                  <a:pt x="1292308" y="2148097"/>
                </a:lnTo>
                <a:lnTo>
                  <a:pt x="0" y="2148097"/>
                </a:lnTo>
                <a:close/>
              </a:path>
            </a:pathLst>
          </a:custGeom>
          <a:solidFill>
            <a:schemeClr val="bg2"/>
          </a:solidFill>
          <a:ln w="190500">
            <a:solidFill>
              <a:schemeClr val="tx1"/>
            </a:solidFill>
            <a:miter lim="800000"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600" i="1"/>
            </a:lvl1pPr>
          </a:lstStyle>
          <a:p>
            <a:r>
              <a:rPr lang="en-US" noProof="0" dirty="0"/>
              <a:t>Drag &amp; Drop or Insert your Image</a:t>
            </a:r>
          </a:p>
        </p:txBody>
      </p:sp>
      <p:sp>
        <p:nvSpPr>
          <p:cNvPr id="101" name="Picture Placeholder 100">
            <a:extLst>
              <a:ext uri="{FF2B5EF4-FFF2-40B4-BE49-F238E27FC236}">
                <a16:creationId xmlns:a16="http://schemas.microsoft.com/office/drawing/2014/main" id="{66248A53-CDA6-4B67-9154-BAD04EF5EDED}"/>
              </a:ext>
            </a:extLst>
          </p:cNvPr>
          <p:cNvSpPr>
            <a:spLocks noGrp="1"/>
          </p:cNvSpPr>
          <p:nvPr userDrawn="1">
            <p:ph type="pic" sz="quarter" idx="12" hasCustomPrompt="1"/>
          </p:nvPr>
        </p:nvSpPr>
        <p:spPr>
          <a:xfrm>
            <a:off x="9159240" y="1935480"/>
            <a:ext cx="1280160" cy="2834640"/>
          </a:xfrm>
          <a:custGeom>
            <a:avLst/>
            <a:gdLst>
              <a:gd name="connsiteX0" fmla="*/ 152400 w 1280160"/>
              <a:gd name="connsiteY0" fmla="*/ 0 h 2834640"/>
              <a:gd name="connsiteX1" fmla="*/ 1280160 w 1280160"/>
              <a:gd name="connsiteY1" fmla="*/ 167640 h 2834640"/>
              <a:gd name="connsiteX2" fmla="*/ 1112520 w 1280160"/>
              <a:gd name="connsiteY2" fmla="*/ 2834640 h 2834640"/>
              <a:gd name="connsiteX3" fmla="*/ 0 w 1280160"/>
              <a:gd name="connsiteY3" fmla="*/ 2453640 h 2834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0160" h="2834640">
                <a:moveTo>
                  <a:pt x="152400" y="0"/>
                </a:moveTo>
                <a:lnTo>
                  <a:pt x="1280160" y="167640"/>
                </a:lnTo>
                <a:lnTo>
                  <a:pt x="1112520" y="2834640"/>
                </a:lnTo>
                <a:lnTo>
                  <a:pt x="0" y="2453640"/>
                </a:lnTo>
                <a:close/>
              </a:path>
            </a:pathLst>
          </a:custGeom>
          <a:solidFill>
            <a:schemeClr val="bg2"/>
          </a:solidFill>
          <a:ln w="190500">
            <a:solidFill>
              <a:schemeClr val="tx1"/>
            </a:solidFill>
            <a:miter lim="800000"/>
          </a:ln>
        </p:spPr>
        <p:txBody>
          <a:bodyPr wrap="square" lIns="216000" rIns="216000" anchor="ctr">
            <a:noAutofit/>
          </a:bodyPr>
          <a:lstStyle>
            <a:lvl1pPr marL="0" indent="0" algn="ctr">
              <a:buNone/>
              <a:defRPr sz="1600" i="1"/>
            </a:lvl1pPr>
          </a:lstStyle>
          <a:p>
            <a:r>
              <a:rPr lang="en-US" noProof="0" dirty="0"/>
              <a:t>Drag &amp; Drop or Insert your Image</a:t>
            </a:r>
          </a:p>
        </p:txBody>
      </p:sp>
    </p:spTree>
    <p:extLst>
      <p:ext uri="{BB962C8B-B14F-4D97-AF65-F5344CB8AC3E}">
        <p14:creationId xmlns:p14="http://schemas.microsoft.com/office/powerpoint/2010/main" val="26035759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7BD83-A082-44A2-9E23-87D3DC7D2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41D19E-320F-41F4-A2A7-DDF8E384E2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82725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F9FAF-C7A9-465B-891E-ACAF1F552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503821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7266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jpe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piece of paper&#10;&#10;Description automatically generated">
            <a:extLst>
              <a:ext uri="{FF2B5EF4-FFF2-40B4-BE49-F238E27FC236}">
                <a16:creationId xmlns:a16="http://schemas.microsoft.com/office/drawing/2014/main" id="{A314E915-9CCF-43B7-9B85-4267C2C7EC47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88675" cy="6858000"/>
          </a:xfrm>
          <a:custGeom>
            <a:avLst/>
            <a:gdLst>
              <a:gd name="connsiteX0" fmla="*/ 0 w 12188675"/>
              <a:gd name="connsiteY0" fmla="*/ 0 h 6858000"/>
              <a:gd name="connsiteX1" fmla="*/ 12188675 w 12188675"/>
              <a:gd name="connsiteY1" fmla="*/ 0 h 6858000"/>
              <a:gd name="connsiteX2" fmla="*/ 12188675 w 12188675"/>
              <a:gd name="connsiteY2" fmla="*/ 6858000 h 6858000"/>
              <a:gd name="connsiteX3" fmla="*/ 0 w 12188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88675" h="6858000">
                <a:moveTo>
                  <a:pt x="0" y="0"/>
                </a:moveTo>
                <a:lnTo>
                  <a:pt x="12188675" y="0"/>
                </a:lnTo>
                <a:lnTo>
                  <a:pt x="1218867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2461471-1BE8-4D38-831F-C32173C08D82}"/>
              </a:ext>
            </a:extLst>
          </p:cNvPr>
          <p:cNvSpPr/>
          <p:nvPr userDrawn="1"/>
        </p:nvSpPr>
        <p:spPr>
          <a:xfrm>
            <a:off x="0" y="0"/>
            <a:ext cx="12188675" cy="6858000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0"/>
                </a:schemeClr>
              </a:gs>
              <a:gs pos="18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76C18B-AA48-4FCE-BAAD-5DBC12C01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1FB66-62D3-4BB2-80D7-052576C61F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307FA1D3-9EB2-469D-8E61-4D74D69E39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3E590E-4EA1-4B3F-9946-5711365F7D78}" type="datetimeFigureOut">
              <a:rPr lang="en-US" smtClean="0"/>
              <a:t>7/14/2020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7271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6" r:id="rId2"/>
    <p:sldLayoutId id="2147483657" r:id="rId3"/>
    <p:sldLayoutId id="2147483658" r:id="rId4"/>
    <p:sldLayoutId id="2147483660" r:id="rId5"/>
    <p:sldLayoutId id="2147483661" r:id="rId6"/>
    <p:sldLayoutId id="2147483668" r:id="rId7"/>
    <p:sldLayoutId id="2147483669" r:id="rId8"/>
    <p:sldLayoutId id="2147483662" r:id="rId9"/>
    <p:sldLayoutId id="2147483663" r:id="rId10"/>
    <p:sldLayoutId id="2147483664" r:id="rId11"/>
    <p:sldLayoutId id="2147483665" r:id="rId12"/>
    <p:sldLayoutId id="2147483666" r:id="rId13"/>
    <p:sldLayoutId id="2147483667" r:id="rId14"/>
    <p:sldLayoutId id="2147483651" r:id="rId15"/>
    <p:sldLayoutId id="2147483659" r:id="rId16"/>
    <p:sldLayoutId id="2147483650" r:id="rId17"/>
    <p:sldLayoutId id="2147483654" r:id="rId18"/>
    <p:sldLayoutId id="2147483655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3.jp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6" Type="http://schemas.openxmlformats.org/officeDocument/2006/relationships/hyperlink" Target="http://vssacademy.in/" TargetMode="External"/><Relationship Id="rId5" Type="http://schemas.openxmlformats.org/officeDocument/2006/relationships/image" Target="../media/image5.svg"/><Relationship Id="rId10" Type="http://schemas.openxmlformats.org/officeDocument/2006/relationships/image" Target="../media/image9.svg"/><Relationship Id="rId4" Type="http://schemas.openxmlformats.org/officeDocument/2006/relationships/image" Target="../media/image4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714E1-5E55-4600-8D9D-23CE3FA88D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7689" y="1771173"/>
            <a:ext cx="3456524" cy="1892178"/>
          </a:xfrm>
        </p:spPr>
        <p:txBody>
          <a:bodyPr>
            <a:noAutofit/>
          </a:bodyPr>
          <a:lstStyle/>
          <a:p>
            <a:br>
              <a:rPr lang="en-US" sz="4000" dirty="0"/>
            </a:br>
            <a:r>
              <a:rPr lang="en-US" sz="4400" dirty="0"/>
              <a:t>Now</a:t>
            </a:r>
            <a:br>
              <a:rPr lang="en-US" sz="4400" dirty="0"/>
            </a:br>
            <a:r>
              <a:rPr lang="en-US" sz="4400" dirty="0"/>
              <a:t>CBSE 10+2 Affiliated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C6CF4D-AB1B-405F-8C4D-712F421CAD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8865" y="3868734"/>
            <a:ext cx="5204229" cy="1277617"/>
          </a:xfrm>
        </p:spPr>
        <p:txBody>
          <a:bodyPr>
            <a:normAutofit/>
          </a:bodyPr>
          <a:lstStyle/>
          <a:p>
            <a:r>
              <a:rPr lang="en-US" dirty="0"/>
              <a:t>We are happy to inform you that now VSS Educational Academy is CBSE affiliated till 12</a:t>
            </a:r>
            <a:r>
              <a:rPr lang="en-US" baseline="30000" dirty="0"/>
              <a:t>th</a:t>
            </a:r>
            <a:r>
              <a:rPr lang="en-US" dirty="0"/>
              <a:t> std. </a:t>
            </a:r>
            <a:endParaRPr lang="en-US" noProof="1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A4615A-6A59-4B36-81B7-BA9CEC8F581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60757" y="319077"/>
            <a:ext cx="4536000" cy="736004"/>
          </a:xfrm>
        </p:spPr>
        <p:txBody>
          <a:bodyPr/>
          <a:lstStyle/>
          <a:p>
            <a:r>
              <a:rPr lang="en-US" sz="2400" dirty="0">
                <a:latin typeface="+mj-lt"/>
                <a:ea typeface="+mj-ea"/>
                <a:cs typeface="+mj-cs"/>
              </a:rPr>
              <a:t>VSS Educational Academy</a:t>
            </a:r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CF5FFC77-A97B-467F-8A3B-96F8A0B3F0E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3238" r="3238"/>
          <a:stretch>
            <a:fillRect/>
          </a:stretch>
        </p:blipFill>
        <p:spPr>
          <a:xfrm>
            <a:off x="5891976" y="1369098"/>
            <a:ext cx="5383321" cy="3877729"/>
          </a:xfrm>
        </p:spPr>
      </p:pic>
      <p:pic>
        <p:nvPicPr>
          <p:cNvPr id="12" name="Graphic 11" descr="Internet">
            <a:extLst>
              <a:ext uri="{FF2B5EF4-FFF2-40B4-BE49-F238E27FC236}">
                <a16:creationId xmlns:a16="http://schemas.microsoft.com/office/drawing/2014/main" id="{ED9E3C6D-B1AC-4D94-92E8-8F95182691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7364" y="5838092"/>
            <a:ext cx="914400" cy="9144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399ADDB-3A1F-4EB4-9D97-FE98CD5C7CAC}"/>
              </a:ext>
            </a:extLst>
          </p:cNvPr>
          <p:cNvSpPr txBox="1"/>
          <p:nvPr/>
        </p:nvSpPr>
        <p:spPr>
          <a:xfrm>
            <a:off x="1571763" y="6109335"/>
            <a:ext cx="23104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http://vssacademy.in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0" name="Flowchart: Connector 19">
            <a:extLst>
              <a:ext uri="{FF2B5EF4-FFF2-40B4-BE49-F238E27FC236}">
                <a16:creationId xmlns:a16="http://schemas.microsoft.com/office/drawing/2014/main" id="{BEE171C0-EA54-42F4-A36B-9669E33CEC93}"/>
              </a:ext>
            </a:extLst>
          </p:cNvPr>
          <p:cNvSpPr/>
          <p:nvPr/>
        </p:nvSpPr>
        <p:spPr>
          <a:xfrm>
            <a:off x="386350" y="105508"/>
            <a:ext cx="3547402" cy="1582734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Admission Open </a:t>
            </a:r>
          </a:p>
          <a:p>
            <a:pPr algn="ctr"/>
            <a:r>
              <a:rPr lang="en-US" sz="2400" b="1" dirty="0"/>
              <a:t>2020-21</a:t>
            </a:r>
          </a:p>
        </p:txBody>
      </p:sp>
      <p:pic>
        <p:nvPicPr>
          <p:cNvPr id="24" name="Graphic 23" descr="Telephone">
            <a:extLst>
              <a:ext uri="{FF2B5EF4-FFF2-40B4-BE49-F238E27FC236}">
                <a16:creationId xmlns:a16="http://schemas.microsoft.com/office/drawing/2014/main" id="{83F96A2E-9CAB-4A7B-852E-50C753CD65B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77013" y="5852190"/>
            <a:ext cx="914400" cy="91440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BA99C485-41B4-4F0E-B6D2-BAE00DC1CAAB}"/>
              </a:ext>
            </a:extLst>
          </p:cNvPr>
          <p:cNvSpPr txBox="1"/>
          <p:nvPr/>
        </p:nvSpPr>
        <p:spPr>
          <a:xfrm>
            <a:off x="5240495" y="6138813"/>
            <a:ext cx="23229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+91-8052009351</a:t>
            </a:r>
          </a:p>
        </p:txBody>
      </p:sp>
      <p:pic>
        <p:nvPicPr>
          <p:cNvPr id="27" name="Graphic 26" descr="Marker">
            <a:extLst>
              <a:ext uri="{FF2B5EF4-FFF2-40B4-BE49-F238E27FC236}">
                <a16:creationId xmlns:a16="http://schemas.microsoft.com/office/drawing/2014/main" id="{47B1EFBD-F55A-4C1C-A5AA-0BF96BCD10F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65037" y="5836801"/>
            <a:ext cx="914400" cy="91440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F32636FD-14A0-4567-A4D5-C3DD54533AAD}"/>
              </a:ext>
            </a:extLst>
          </p:cNvPr>
          <p:cNvSpPr txBox="1"/>
          <p:nvPr/>
        </p:nvSpPr>
        <p:spPr>
          <a:xfrm>
            <a:off x="8583636" y="5854341"/>
            <a:ext cx="2951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Near Water Corporation Office, Faizabad Road, Ambedkar Nagar -224122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03BFC87-0356-409D-89B8-8505DCADE313}"/>
              </a:ext>
            </a:extLst>
          </p:cNvPr>
          <p:cNvSpPr/>
          <p:nvPr/>
        </p:nvSpPr>
        <p:spPr>
          <a:xfrm>
            <a:off x="9449683" y="105508"/>
            <a:ext cx="1940211" cy="89421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Online Classes</a:t>
            </a:r>
          </a:p>
        </p:txBody>
      </p:sp>
    </p:spTree>
    <p:extLst>
      <p:ext uri="{BB962C8B-B14F-4D97-AF65-F5344CB8AC3E}">
        <p14:creationId xmlns:p14="http://schemas.microsoft.com/office/powerpoint/2010/main" val="17598327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99">
      <a:majorFont>
        <a:latin typeface="Sagona Book"/>
        <a:ea typeface=""/>
        <a:cs typeface=""/>
      </a:majorFont>
      <a:minorFont>
        <a:latin typeface="Speak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usic Photo Book_Win32 - SB - v3" id="{C4EFFCD7-98C4-42CB-9C10-12F9F43ECDCD}" vid="{6E4E9BA0-56C6-4D2D-AD81-5F9EB1DCEC5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480f6609812271f56e53f2aff71704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4b48d77c16982ba2890c3fe2b4c067b2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AF88D28D-DC90-40DA-856F-CBB62262679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4838D7C-C53D-4232-A9F6-00A222B42CA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8FAEFC4-0CF9-4D94-ACB1-461127813D4E}">
  <ds:schemaRefs>
    <ds:schemaRef ds:uri="http://schemas.microsoft.com/office/2006/documentManagement/types"/>
    <ds:schemaRef ds:uri="http://purl.org/dc/elements/1.1/"/>
    <ds:schemaRef ds:uri="http://purl.org/dc/dcmitype/"/>
    <ds:schemaRef ds:uri="http://schemas.microsoft.com/office/2006/metadata/properties"/>
    <ds:schemaRef ds:uri="http://purl.org/dc/terms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16c05727-aa75-4e4a-9b5f-8a80a1165891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Music photo book </Template>
  <TotalTime>0</TotalTime>
  <Words>46</Words>
  <Application>Microsoft Office PowerPoint</Application>
  <PresentationFormat>Widescreen</PresentationFormat>
  <Paragraphs>10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Sagona Book</vt:lpstr>
      <vt:lpstr>Speak Pro</vt:lpstr>
      <vt:lpstr>Office Theme</vt:lpstr>
      <vt:lpstr> Now CBSE 10+2 Affiliated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2020-07-14T10:03:54Z</dcterms:created>
  <dcterms:modified xsi:type="dcterms:W3CDTF">2020-07-14T11:17:27Z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